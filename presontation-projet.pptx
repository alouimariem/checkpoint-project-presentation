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BC70A-28F9-41D9-ABC9-FB157817E172}" type="datetimeFigureOut">
              <a:rPr lang="fr-FR" smtClean="0"/>
              <a:t>19/06/2023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4C068-CFFE-4382-BCEF-8FB4768EFAC5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70bd74dec0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70bd74dec0_0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Pour développer notre application nous avons choisi </a:t>
            </a:r>
            <a:r>
              <a:rPr lang="fr-FR" dirty="0" err="1" smtClean="0"/>
              <a:t>React</a:t>
            </a:r>
            <a:r>
              <a:rPr lang="fr-FR" dirty="0" smtClean="0"/>
              <a:t>-native pour le front-end et pour le back-end w choisi </a:t>
            </a:r>
            <a:r>
              <a:rPr lang="fr-FR" dirty="0" err="1" smtClean="0"/>
              <a:t>nodeJS</a:t>
            </a:r>
            <a:r>
              <a:rPr lang="fr-FR" dirty="0" smtClean="0"/>
              <a:t> avec express </a:t>
            </a:r>
            <a:r>
              <a:rPr lang="fr-FR" dirty="0" err="1" smtClean="0"/>
              <a:t>fremwork</a:t>
            </a:r>
            <a:r>
              <a:rPr lang="fr-FR" dirty="0" smtClean="0"/>
              <a:t> pour notre base de données w travaillé avec </a:t>
            </a:r>
            <a:r>
              <a:rPr lang="fr-FR" dirty="0" err="1" smtClean="0"/>
              <a:t>mongodb</a:t>
            </a:r>
            <a:r>
              <a:rPr lang="fr-FR" dirty="0" smtClean="0"/>
              <a:t> pour tester notre API </a:t>
            </a:r>
            <a:r>
              <a:rPr lang="fr-FR" dirty="0" err="1" smtClean="0"/>
              <a:t>reselt</a:t>
            </a:r>
            <a:r>
              <a:rPr lang="fr-FR" dirty="0" smtClean="0"/>
              <a:t> nous utilisons </a:t>
            </a:r>
            <a:r>
              <a:rPr lang="fr-FR" dirty="0" err="1" smtClean="0"/>
              <a:t>postman</a:t>
            </a:r>
            <a:r>
              <a:rPr lang="fr-FR" dirty="0" smtClean="0"/>
              <a:t> et enfin pour tester notre application en real mobile appareil que nous utilisons expo</a:t>
            </a:r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 acteurs de notre application sont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583577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Ici, nous allons présenter le diagramme de cas d'utilisation principal, nous avons l'administrateur qui gère les utilisateurs,,,, et pour l'utilisateur, vous pouvez enregistrer le profil de mise à jour,,,,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917347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 the </a:t>
            </a:r>
            <a:r>
              <a:rPr lang="fr-FR" dirty="0" err="1"/>
              <a:t>general</a:t>
            </a:r>
            <a:r>
              <a:rPr lang="fr-FR" dirty="0"/>
              <a:t> </a:t>
            </a:r>
            <a:r>
              <a:rPr lang="fr-FR" dirty="0" err="1"/>
              <a:t>architchure</a:t>
            </a:r>
            <a:r>
              <a:rPr lang="fr-FR" dirty="0"/>
              <a:t> 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gona</a:t>
            </a:r>
            <a:r>
              <a:rPr lang="fr-FR" dirty="0"/>
              <a:t> </a:t>
            </a:r>
            <a:r>
              <a:rPr lang="fr-FR" dirty="0" err="1"/>
              <a:t>explain</a:t>
            </a:r>
            <a:r>
              <a:rPr lang="fr-FR" dirty="0"/>
              <a:t> </a:t>
            </a:r>
            <a:r>
              <a:rPr lang="fr-FR" dirty="0" err="1"/>
              <a:t>wen</a:t>
            </a:r>
            <a:r>
              <a:rPr lang="fr-FR" dirty="0"/>
              <a:t> the client </a:t>
            </a:r>
            <a:r>
              <a:rPr lang="fr-FR" dirty="0" err="1"/>
              <a:t>asking</a:t>
            </a:r>
            <a:r>
              <a:rPr lang="fr-FR" dirty="0"/>
              <a:t> for data how </a:t>
            </a:r>
            <a:r>
              <a:rPr lang="fr-FR" dirty="0" err="1"/>
              <a:t>our</a:t>
            </a:r>
            <a:r>
              <a:rPr lang="fr-FR" dirty="0"/>
              <a:t> system </a:t>
            </a:r>
            <a:r>
              <a:rPr lang="fr-FR" dirty="0" err="1"/>
              <a:t>work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89439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hree columns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"/>
          <p:cNvSpPr/>
          <p:nvPr/>
        </p:nvSpPr>
        <p:spPr>
          <a:xfrm>
            <a:off x="-731" y="6230268"/>
            <a:ext cx="9143833" cy="634077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9"/>
          <p:cNvSpPr txBox="1">
            <a:spLocks noGrp="1"/>
          </p:cNvSpPr>
          <p:nvPr>
            <p:ph type="subTitle" idx="1"/>
          </p:nvPr>
        </p:nvSpPr>
        <p:spPr>
          <a:xfrm>
            <a:off x="2481875" y="2044164"/>
            <a:ext cx="20934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6" name="Google Shape;436;p19"/>
          <p:cNvSpPr txBox="1">
            <a:spLocks noGrp="1"/>
          </p:cNvSpPr>
          <p:nvPr>
            <p:ph type="subTitle" idx="2"/>
          </p:nvPr>
        </p:nvSpPr>
        <p:spPr>
          <a:xfrm>
            <a:off x="2481875" y="2406281"/>
            <a:ext cx="20934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9"/>
          <p:cNvSpPr txBox="1">
            <a:spLocks noGrp="1"/>
          </p:cNvSpPr>
          <p:nvPr>
            <p:ph type="title" hasCustomPrompt="1"/>
          </p:nvPr>
        </p:nvSpPr>
        <p:spPr>
          <a:xfrm>
            <a:off x="720000" y="2275400"/>
            <a:ext cx="758700" cy="6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8" name="Google Shape;438;p19"/>
          <p:cNvSpPr txBox="1">
            <a:spLocks noGrp="1"/>
          </p:cNvSpPr>
          <p:nvPr>
            <p:ph type="title" idx="3"/>
          </p:nvPr>
        </p:nvSpPr>
        <p:spPr>
          <a:xfrm>
            <a:off x="720000" y="720000"/>
            <a:ext cx="77040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19"/>
          <p:cNvSpPr txBox="1">
            <a:spLocks noGrp="1"/>
          </p:cNvSpPr>
          <p:nvPr>
            <p:ph type="subTitle" idx="4"/>
          </p:nvPr>
        </p:nvSpPr>
        <p:spPr>
          <a:xfrm>
            <a:off x="2478625" y="3418573"/>
            <a:ext cx="20934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0" name="Google Shape;440;p19"/>
          <p:cNvSpPr txBox="1">
            <a:spLocks noGrp="1"/>
          </p:cNvSpPr>
          <p:nvPr>
            <p:ph type="subTitle" idx="5"/>
          </p:nvPr>
        </p:nvSpPr>
        <p:spPr>
          <a:xfrm>
            <a:off x="2478625" y="3784041"/>
            <a:ext cx="20934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19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639300"/>
            <a:ext cx="758700" cy="6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2" name="Google Shape;442;p19"/>
          <p:cNvSpPr txBox="1">
            <a:spLocks noGrp="1"/>
          </p:cNvSpPr>
          <p:nvPr>
            <p:ph type="subTitle" idx="7"/>
          </p:nvPr>
        </p:nvSpPr>
        <p:spPr>
          <a:xfrm>
            <a:off x="2478625" y="4779729"/>
            <a:ext cx="20934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3" name="Google Shape;443;p19"/>
          <p:cNvSpPr txBox="1">
            <a:spLocks noGrp="1"/>
          </p:cNvSpPr>
          <p:nvPr>
            <p:ph type="subTitle" idx="8"/>
          </p:nvPr>
        </p:nvSpPr>
        <p:spPr>
          <a:xfrm>
            <a:off x="2478625" y="5148531"/>
            <a:ext cx="20934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19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5003600"/>
            <a:ext cx="758700" cy="6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2" name="Google Shape;445;p19"/>
          <p:cNvGrpSpPr/>
          <p:nvPr/>
        </p:nvGrpSpPr>
        <p:grpSpPr>
          <a:xfrm>
            <a:off x="6244510" y="1663157"/>
            <a:ext cx="431083" cy="738224"/>
            <a:chOff x="6201325" y="1203748"/>
            <a:chExt cx="474500" cy="609431"/>
          </a:xfrm>
        </p:grpSpPr>
        <p:sp>
          <p:nvSpPr>
            <p:cNvPr id="446" name="Google Shape;446;p19"/>
            <p:cNvSpPr/>
            <p:nvPr/>
          </p:nvSpPr>
          <p:spPr>
            <a:xfrm>
              <a:off x="6201325" y="1212305"/>
              <a:ext cx="474500" cy="598181"/>
            </a:xfrm>
            <a:custGeom>
              <a:avLst/>
              <a:gdLst/>
              <a:ahLst/>
              <a:cxnLst/>
              <a:rect l="l" t="t" r="r" b="b"/>
              <a:pathLst>
                <a:path w="14805" h="18664" extrusionOk="0">
                  <a:moveTo>
                    <a:pt x="0" y="0"/>
                  </a:moveTo>
                  <a:lnTo>
                    <a:pt x="0" y="18664"/>
                  </a:lnTo>
                  <a:lnTo>
                    <a:pt x="14804" y="18664"/>
                  </a:lnTo>
                  <a:lnTo>
                    <a:pt x="1480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6408560" y="1797090"/>
              <a:ext cx="65895" cy="16089"/>
            </a:xfrm>
            <a:custGeom>
              <a:avLst/>
              <a:gdLst/>
              <a:ahLst/>
              <a:cxnLst/>
              <a:rect l="l" t="t" r="r" b="b"/>
              <a:pathLst>
                <a:path w="2056" h="502" extrusionOk="0">
                  <a:moveTo>
                    <a:pt x="0" y="0"/>
                  </a:moveTo>
                  <a:lnTo>
                    <a:pt x="0" y="501"/>
                  </a:lnTo>
                  <a:lnTo>
                    <a:pt x="2056" y="501"/>
                  </a:lnTo>
                  <a:lnTo>
                    <a:pt x="20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6333595" y="1417938"/>
              <a:ext cx="175121" cy="164417"/>
            </a:xfrm>
            <a:custGeom>
              <a:avLst/>
              <a:gdLst/>
              <a:ahLst/>
              <a:cxnLst/>
              <a:rect l="l" t="t" r="r" b="b"/>
              <a:pathLst>
                <a:path w="5464" h="5130" extrusionOk="0">
                  <a:moveTo>
                    <a:pt x="3743" y="0"/>
                  </a:moveTo>
                  <a:lnTo>
                    <a:pt x="1020" y="401"/>
                  </a:lnTo>
                  <a:lnTo>
                    <a:pt x="0" y="2958"/>
                  </a:lnTo>
                  <a:lnTo>
                    <a:pt x="1721" y="5130"/>
                  </a:lnTo>
                  <a:lnTo>
                    <a:pt x="4445" y="4729"/>
                  </a:lnTo>
                  <a:lnTo>
                    <a:pt x="5464" y="2173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6374811" y="1470949"/>
              <a:ext cx="174608" cy="164449"/>
            </a:xfrm>
            <a:custGeom>
              <a:avLst/>
              <a:gdLst/>
              <a:ahLst/>
              <a:cxnLst/>
              <a:rect l="l" t="t" r="r" b="b"/>
              <a:pathLst>
                <a:path w="5448" h="5131" extrusionOk="0">
                  <a:moveTo>
                    <a:pt x="3744" y="1"/>
                  </a:moveTo>
                  <a:lnTo>
                    <a:pt x="1020" y="402"/>
                  </a:lnTo>
                  <a:lnTo>
                    <a:pt x="1" y="2958"/>
                  </a:lnTo>
                  <a:lnTo>
                    <a:pt x="1705" y="5130"/>
                  </a:lnTo>
                  <a:lnTo>
                    <a:pt x="4429" y="4729"/>
                  </a:lnTo>
                  <a:lnTo>
                    <a:pt x="5448" y="2173"/>
                  </a:lnTo>
                  <a:lnTo>
                    <a:pt x="3744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6418207" y="1203748"/>
              <a:ext cx="65350" cy="13942"/>
            </a:xfrm>
            <a:custGeom>
              <a:avLst/>
              <a:gdLst/>
              <a:ahLst/>
              <a:cxnLst/>
              <a:rect l="l" t="t" r="r" b="b"/>
              <a:pathLst>
                <a:path w="2039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039" y="434"/>
                  </a:lnTo>
                  <a:lnTo>
                    <a:pt x="203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oogle Shape;451;p19"/>
          <p:cNvGrpSpPr/>
          <p:nvPr/>
        </p:nvGrpSpPr>
        <p:grpSpPr>
          <a:xfrm>
            <a:off x="7057215" y="1147152"/>
            <a:ext cx="1440106" cy="3359345"/>
            <a:chOff x="6853029" y="844403"/>
            <a:chExt cx="1516061" cy="2652394"/>
          </a:xfrm>
        </p:grpSpPr>
        <p:sp>
          <p:nvSpPr>
            <p:cNvPr id="452" name="Google Shape;452;p19"/>
            <p:cNvSpPr/>
            <p:nvPr/>
          </p:nvSpPr>
          <p:spPr>
            <a:xfrm>
              <a:off x="6853029" y="1481141"/>
              <a:ext cx="321878" cy="689203"/>
            </a:xfrm>
            <a:custGeom>
              <a:avLst/>
              <a:gdLst/>
              <a:ahLst/>
              <a:cxnLst/>
              <a:rect l="l" t="t" r="r" b="b"/>
              <a:pathLst>
                <a:path w="10043" h="21504" extrusionOk="0">
                  <a:moveTo>
                    <a:pt x="1" y="0"/>
                  </a:moveTo>
                  <a:lnTo>
                    <a:pt x="1" y="21504"/>
                  </a:lnTo>
                  <a:lnTo>
                    <a:pt x="10042" y="21504"/>
                  </a:lnTo>
                  <a:lnTo>
                    <a:pt x="1004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7188272" y="2218515"/>
              <a:ext cx="395753" cy="666223"/>
            </a:xfrm>
            <a:custGeom>
              <a:avLst/>
              <a:gdLst/>
              <a:ahLst/>
              <a:cxnLst/>
              <a:rect l="l" t="t" r="r" b="b"/>
              <a:pathLst>
                <a:path w="12348" h="20787" extrusionOk="0">
                  <a:moveTo>
                    <a:pt x="0" y="1"/>
                  </a:moveTo>
                  <a:lnTo>
                    <a:pt x="0" y="20786"/>
                  </a:lnTo>
                  <a:lnTo>
                    <a:pt x="12348" y="20786"/>
                  </a:lnTo>
                  <a:lnTo>
                    <a:pt x="1234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7632197" y="844403"/>
              <a:ext cx="736894" cy="624975"/>
            </a:xfrm>
            <a:custGeom>
              <a:avLst/>
              <a:gdLst/>
              <a:ahLst/>
              <a:cxnLst/>
              <a:rect l="l" t="t" r="r" b="b"/>
              <a:pathLst>
                <a:path w="22992" h="19500" extrusionOk="0">
                  <a:moveTo>
                    <a:pt x="1" y="1"/>
                  </a:moveTo>
                  <a:lnTo>
                    <a:pt x="1" y="19499"/>
                  </a:lnTo>
                  <a:lnTo>
                    <a:pt x="11713" y="19499"/>
                  </a:lnTo>
                  <a:lnTo>
                    <a:pt x="11713" y="418"/>
                  </a:lnTo>
                  <a:lnTo>
                    <a:pt x="12131" y="418"/>
                  </a:lnTo>
                  <a:lnTo>
                    <a:pt x="12131" y="19499"/>
                  </a:lnTo>
                  <a:lnTo>
                    <a:pt x="22992" y="19499"/>
                  </a:lnTo>
                  <a:lnTo>
                    <a:pt x="2299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6853029" y="2218515"/>
              <a:ext cx="321878" cy="666223"/>
            </a:xfrm>
            <a:custGeom>
              <a:avLst/>
              <a:gdLst/>
              <a:ahLst/>
              <a:cxnLst/>
              <a:rect l="l" t="t" r="r" b="b"/>
              <a:pathLst>
                <a:path w="10043" h="20787" extrusionOk="0">
                  <a:moveTo>
                    <a:pt x="1" y="1"/>
                  </a:moveTo>
                  <a:lnTo>
                    <a:pt x="1" y="20786"/>
                  </a:lnTo>
                  <a:lnTo>
                    <a:pt x="10042" y="20786"/>
                  </a:lnTo>
                  <a:lnTo>
                    <a:pt x="1004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8020996" y="2218515"/>
              <a:ext cx="348095" cy="666223"/>
            </a:xfrm>
            <a:custGeom>
              <a:avLst/>
              <a:gdLst/>
              <a:ahLst/>
              <a:cxnLst/>
              <a:rect l="l" t="t" r="r" b="b"/>
              <a:pathLst>
                <a:path w="10861" h="20787" extrusionOk="0">
                  <a:moveTo>
                    <a:pt x="0" y="1"/>
                  </a:moveTo>
                  <a:lnTo>
                    <a:pt x="0" y="20786"/>
                  </a:lnTo>
                  <a:lnTo>
                    <a:pt x="10861" y="20786"/>
                  </a:lnTo>
                  <a:lnTo>
                    <a:pt x="1086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7188272" y="1481141"/>
              <a:ext cx="395753" cy="689203"/>
            </a:xfrm>
            <a:custGeom>
              <a:avLst/>
              <a:gdLst/>
              <a:ahLst/>
              <a:cxnLst/>
              <a:rect l="l" t="t" r="r" b="b"/>
              <a:pathLst>
                <a:path w="12348" h="21504" extrusionOk="0">
                  <a:moveTo>
                    <a:pt x="0" y="0"/>
                  </a:moveTo>
                  <a:lnTo>
                    <a:pt x="0" y="21504"/>
                  </a:lnTo>
                  <a:lnTo>
                    <a:pt x="12348" y="21504"/>
                  </a:lnTo>
                  <a:lnTo>
                    <a:pt x="1234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8020996" y="1481141"/>
              <a:ext cx="348095" cy="689203"/>
            </a:xfrm>
            <a:custGeom>
              <a:avLst/>
              <a:gdLst/>
              <a:ahLst/>
              <a:cxnLst/>
              <a:rect l="l" t="t" r="r" b="b"/>
              <a:pathLst>
                <a:path w="10861" h="21504" extrusionOk="0">
                  <a:moveTo>
                    <a:pt x="0" y="0"/>
                  </a:moveTo>
                  <a:lnTo>
                    <a:pt x="0" y="21504"/>
                  </a:lnTo>
                  <a:lnTo>
                    <a:pt x="10861" y="21504"/>
                  </a:lnTo>
                  <a:lnTo>
                    <a:pt x="1086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853029" y="2896469"/>
              <a:ext cx="321878" cy="600329"/>
            </a:xfrm>
            <a:custGeom>
              <a:avLst/>
              <a:gdLst/>
              <a:ahLst/>
              <a:cxnLst/>
              <a:rect l="l" t="t" r="r" b="b"/>
              <a:pathLst>
                <a:path w="10043" h="18731" extrusionOk="0">
                  <a:moveTo>
                    <a:pt x="1" y="1"/>
                  </a:moveTo>
                  <a:lnTo>
                    <a:pt x="1" y="18731"/>
                  </a:lnTo>
                  <a:lnTo>
                    <a:pt x="10042" y="18731"/>
                  </a:lnTo>
                  <a:lnTo>
                    <a:pt x="1004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853029" y="844403"/>
              <a:ext cx="730996" cy="624975"/>
            </a:xfrm>
            <a:custGeom>
              <a:avLst/>
              <a:gdLst/>
              <a:ahLst/>
              <a:cxnLst/>
              <a:rect l="l" t="t" r="r" b="b"/>
              <a:pathLst>
                <a:path w="22808" h="19500" extrusionOk="0">
                  <a:moveTo>
                    <a:pt x="1" y="1"/>
                  </a:moveTo>
                  <a:lnTo>
                    <a:pt x="1" y="19499"/>
                  </a:lnTo>
                  <a:lnTo>
                    <a:pt x="10042" y="19499"/>
                  </a:lnTo>
                  <a:lnTo>
                    <a:pt x="10042" y="418"/>
                  </a:lnTo>
                  <a:lnTo>
                    <a:pt x="10460" y="418"/>
                  </a:lnTo>
                  <a:lnTo>
                    <a:pt x="10460" y="19499"/>
                  </a:lnTo>
                  <a:lnTo>
                    <a:pt x="22808" y="19499"/>
                  </a:lnTo>
                  <a:lnTo>
                    <a:pt x="2280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88272" y="2896469"/>
              <a:ext cx="395753" cy="600329"/>
            </a:xfrm>
            <a:custGeom>
              <a:avLst/>
              <a:gdLst/>
              <a:ahLst/>
              <a:cxnLst/>
              <a:rect l="l" t="t" r="r" b="b"/>
              <a:pathLst>
                <a:path w="12348" h="18731" extrusionOk="0">
                  <a:moveTo>
                    <a:pt x="0" y="1"/>
                  </a:moveTo>
                  <a:lnTo>
                    <a:pt x="0" y="18731"/>
                  </a:lnTo>
                  <a:lnTo>
                    <a:pt x="12348" y="18731"/>
                  </a:lnTo>
                  <a:lnTo>
                    <a:pt x="1234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8020996" y="2896469"/>
              <a:ext cx="348095" cy="600329"/>
            </a:xfrm>
            <a:custGeom>
              <a:avLst/>
              <a:gdLst/>
              <a:ahLst/>
              <a:cxnLst/>
              <a:rect l="l" t="t" r="r" b="b"/>
              <a:pathLst>
                <a:path w="10861" h="18731" extrusionOk="0">
                  <a:moveTo>
                    <a:pt x="0" y="1"/>
                  </a:moveTo>
                  <a:lnTo>
                    <a:pt x="0" y="18731"/>
                  </a:lnTo>
                  <a:lnTo>
                    <a:pt x="10861" y="18731"/>
                  </a:lnTo>
                  <a:lnTo>
                    <a:pt x="1086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7632197" y="1481141"/>
              <a:ext cx="375434" cy="689203"/>
            </a:xfrm>
            <a:custGeom>
              <a:avLst/>
              <a:gdLst/>
              <a:ahLst/>
              <a:cxnLst/>
              <a:rect l="l" t="t" r="r" b="b"/>
              <a:pathLst>
                <a:path w="11714" h="21504" extrusionOk="0">
                  <a:moveTo>
                    <a:pt x="1" y="0"/>
                  </a:moveTo>
                  <a:lnTo>
                    <a:pt x="1" y="21504"/>
                  </a:lnTo>
                  <a:lnTo>
                    <a:pt x="11713" y="21504"/>
                  </a:lnTo>
                  <a:lnTo>
                    <a:pt x="1171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7632197" y="2896469"/>
              <a:ext cx="375434" cy="600329"/>
            </a:xfrm>
            <a:custGeom>
              <a:avLst/>
              <a:gdLst/>
              <a:ahLst/>
              <a:cxnLst/>
              <a:rect l="l" t="t" r="r" b="b"/>
              <a:pathLst>
                <a:path w="11714" h="18731" extrusionOk="0">
                  <a:moveTo>
                    <a:pt x="1" y="1"/>
                  </a:moveTo>
                  <a:lnTo>
                    <a:pt x="1" y="18731"/>
                  </a:lnTo>
                  <a:lnTo>
                    <a:pt x="11713" y="18731"/>
                  </a:lnTo>
                  <a:lnTo>
                    <a:pt x="1171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7632197" y="2218515"/>
              <a:ext cx="375434" cy="666223"/>
            </a:xfrm>
            <a:custGeom>
              <a:avLst/>
              <a:gdLst/>
              <a:ahLst/>
              <a:cxnLst/>
              <a:rect l="l" t="t" r="r" b="b"/>
              <a:pathLst>
                <a:path w="11714" h="20787" extrusionOk="0">
                  <a:moveTo>
                    <a:pt x="1" y="1"/>
                  </a:moveTo>
                  <a:lnTo>
                    <a:pt x="1" y="20786"/>
                  </a:lnTo>
                  <a:lnTo>
                    <a:pt x="11713" y="20786"/>
                  </a:lnTo>
                  <a:lnTo>
                    <a:pt x="1171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466;p19"/>
          <p:cNvGrpSpPr/>
          <p:nvPr/>
        </p:nvGrpSpPr>
        <p:grpSpPr>
          <a:xfrm>
            <a:off x="6883611" y="4946251"/>
            <a:ext cx="1022876" cy="1283111"/>
            <a:chOff x="6883611" y="3709688"/>
            <a:chExt cx="1022876" cy="962333"/>
          </a:xfrm>
        </p:grpSpPr>
        <p:sp>
          <p:nvSpPr>
            <p:cNvPr id="467" name="Google Shape;467;p19"/>
            <p:cNvSpPr/>
            <p:nvPr/>
          </p:nvSpPr>
          <p:spPr>
            <a:xfrm>
              <a:off x="6923801" y="4362996"/>
              <a:ext cx="949481" cy="309026"/>
            </a:xfrm>
            <a:custGeom>
              <a:avLst/>
              <a:gdLst/>
              <a:ahLst/>
              <a:cxnLst/>
              <a:rect l="l" t="t" r="r" b="b"/>
              <a:pathLst>
                <a:path w="29625" h="9642" extrusionOk="0">
                  <a:moveTo>
                    <a:pt x="0" y="1"/>
                  </a:moveTo>
                  <a:lnTo>
                    <a:pt x="0" y="9642"/>
                  </a:lnTo>
                  <a:lnTo>
                    <a:pt x="29624" y="9642"/>
                  </a:lnTo>
                  <a:lnTo>
                    <a:pt x="2962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6883611" y="4276781"/>
              <a:ext cx="1022876" cy="86247"/>
            </a:xfrm>
            <a:custGeom>
              <a:avLst/>
              <a:gdLst/>
              <a:ahLst/>
              <a:cxnLst/>
              <a:rect l="l" t="t" r="r" b="b"/>
              <a:pathLst>
                <a:path w="31915" h="2691" extrusionOk="0">
                  <a:moveTo>
                    <a:pt x="1" y="1"/>
                  </a:moveTo>
                  <a:lnTo>
                    <a:pt x="1" y="2691"/>
                  </a:lnTo>
                  <a:lnTo>
                    <a:pt x="31914" y="2691"/>
                  </a:lnTo>
                  <a:lnTo>
                    <a:pt x="3191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7375226" y="4276781"/>
              <a:ext cx="531261" cy="395241"/>
            </a:xfrm>
            <a:custGeom>
              <a:avLst/>
              <a:gdLst/>
              <a:ahLst/>
              <a:cxnLst/>
              <a:rect l="l" t="t" r="r" b="b"/>
              <a:pathLst>
                <a:path w="16576" h="12332" extrusionOk="0">
                  <a:moveTo>
                    <a:pt x="0" y="1"/>
                  </a:moveTo>
                  <a:lnTo>
                    <a:pt x="0" y="2440"/>
                  </a:lnTo>
                  <a:lnTo>
                    <a:pt x="619" y="12332"/>
                  </a:lnTo>
                  <a:lnTo>
                    <a:pt x="15539" y="12332"/>
                  </a:lnTo>
                  <a:lnTo>
                    <a:pt x="15539" y="2691"/>
                  </a:lnTo>
                  <a:lnTo>
                    <a:pt x="16575" y="2691"/>
                  </a:lnTo>
                  <a:lnTo>
                    <a:pt x="1657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7056585" y="4412801"/>
              <a:ext cx="192300" cy="46633"/>
            </a:xfrm>
            <a:custGeom>
              <a:avLst/>
              <a:gdLst/>
              <a:ahLst/>
              <a:cxnLst/>
              <a:rect l="l" t="t" r="r" b="b"/>
              <a:pathLst>
                <a:path w="6000" h="1455" extrusionOk="0">
                  <a:moveTo>
                    <a:pt x="1" y="1"/>
                  </a:moveTo>
                  <a:lnTo>
                    <a:pt x="1" y="1454"/>
                  </a:lnTo>
                  <a:lnTo>
                    <a:pt x="5999" y="1454"/>
                  </a:lnTo>
                  <a:lnTo>
                    <a:pt x="5999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7031425" y="4517220"/>
              <a:ext cx="247426" cy="98586"/>
            </a:xfrm>
            <a:custGeom>
              <a:avLst/>
              <a:gdLst/>
              <a:ahLst/>
              <a:cxnLst/>
              <a:rect l="l" t="t" r="r" b="b"/>
              <a:pathLst>
                <a:path w="7720" h="3076" extrusionOk="0">
                  <a:moveTo>
                    <a:pt x="1" y="1"/>
                  </a:moveTo>
                  <a:lnTo>
                    <a:pt x="1" y="3075"/>
                  </a:lnTo>
                  <a:lnTo>
                    <a:pt x="7720" y="3075"/>
                  </a:lnTo>
                  <a:lnTo>
                    <a:pt x="772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7156741" y="3820005"/>
              <a:ext cx="419342" cy="149449"/>
            </a:xfrm>
            <a:custGeom>
              <a:avLst/>
              <a:gdLst/>
              <a:ahLst/>
              <a:cxnLst/>
              <a:rect l="l" t="t" r="r" b="b"/>
              <a:pathLst>
                <a:path w="13084" h="4663" extrusionOk="0">
                  <a:moveTo>
                    <a:pt x="0" y="0"/>
                  </a:moveTo>
                  <a:lnTo>
                    <a:pt x="50" y="3626"/>
                  </a:lnTo>
                  <a:lnTo>
                    <a:pt x="13083" y="4662"/>
                  </a:lnTo>
                  <a:lnTo>
                    <a:pt x="13083" y="4662"/>
                  </a:lnTo>
                  <a:lnTo>
                    <a:pt x="12682" y="1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7244013" y="3872470"/>
              <a:ext cx="256015" cy="42883"/>
            </a:xfrm>
            <a:custGeom>
              <a:avLst/>
              <a:gdLst/>
              <a:ahLst/>
              <a:cxnLst/>
              <a:rect l="l" t="t" r="r" b="b"/>
              <a:pathLst>
                <a:path w="7988" h="1338" extrusionOk="0">
                  <a:moveTo>
                    <a:pt x="51" y="1"/>
                  </a:moveTo>
                  <a:lnTo>
                    <a:pt x="1" y="653"/>
                  </a:lnTo>
                  <a:lnTo>
                    <a:pt x="7937" y="1338"/>
                  </a:lnTo>
                  <a:lnTo>
                    <a:pt x="7988" y="686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7109627" y="3709688"/>
              <a:ext cx="416650" cy="143007"/>
            </a:xfrm>
            <a:custGeom>
              <a:avLst/>
              <a:gdLst/>
              <a:ahLst/>
              <a:cxnLst/>
              <a:rect l="l" t="t" r="r" b="b"/>
              <a:pathLst>
                <a:path w="13000" h="4462" extrusionOk="0">
                  <a:moveTo>
                    <a:pt x="0" y="1"/>
                  </a:moveTo>
                  <a:lnTo>
                    <a:pt x="0" y="3626"/>
                  </a:lnTo>
                  <a:lnTo>
                    <a:pt x="12999" y="4462"/>
                  </a:lnTo>
                  <a:lnTo>
                    <a:pt x="12665" y="12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7109627" y="3725233"/>
              <a:ext cx="395753" cy="107656"/>
            </a:xfrm>
            <a:custGeom>
              <a:avLst/>
              <a:gdLst/>
              <a:ahLst/>
              <a:cxnLst/>
              <a:rect l="l" t="t" r="r" b="b"/>
              <a:pathLst>
                <a:path w="12348" h="3359" extrusionOk="0">
                  <a:moveTo>
                    <a:pt x="0" y="0"/>
                  </a:moveTo>
                  <a:lnTo>
                    <a:pt x="0" y="2456"/>
                  </a:lnTo>
                  <a:lnTo>
                    <a:pt x="12348" y="3359"/>
                  </a:lnTo>
                  <a:lnTo>
                    <a:pt x="12130" y="1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7112832" y="3753917"/>
              <a:ext cx="362550" cy="37210"/>
            </a:xfrm>
            <a:custGeom>
              <a:avLst/>
              <a:gdLst/>
              <a:ahLst/>
              <a:cxnLst/>
              <a:rect l="l" t="t" r="r" b="b"/>
              <a:pathLst>
                <a:path w="11312" h="1161" extrusionOk="0">
                  <a:moveTo>
                    <a:pt x="132" y="0"/>
                  </a:moveTo>
                  <a:cubicBezTo>
                    <a:pt x="88" y="0"/>
                    <a:pt x="44" y="2"/>
                    <a:pt x="0" y="7"/>
                  </a:cubicBezTo>
                  <a:cubicBezTo>
                    <a:pt x="134" y="57"/>
                    <a:pt x="284" y="74"/>
                    <a:pt x="435" y="91"/>
                  </a:cubicBezTo>
                  <a:lnTo>
                    <a:pt x="1654" y="241"/>
                  </a:lnTo>
                  <a:cubicBezTo>
                    <a:pt x="2674" y="358"/>
                    <a:pt x="4077" y="509"/>
                    <a:pt x="5648" y="659"/>
                  </a:cubicBezTo>
                  <a:cubicBezTo>
                    <a:pt x="7202" y="826"/>
                    <a:pt x="8622" y="960"/>
                    <a:pt x="9641" y="1043"/>
                  </a:cubicBezTo>
                  <a:lnTo>
                    <a:pt x="10861" y="1144"/>
                  </a:lnTo>
                  <a:cubicBezTo>
                    <a:pt x="11011" y="1160"/>
                    <a:pt x="11162" y="1160"/>
                    <a:pt x="11312" y="1160"/>
                  </a:cubicBezTo>
                  <a:cubicBezTo>
                    <a:pt x="11162" y="1110"/>
                    <a:pt x="11011" y="1093"/>
                    <a:pt x="10861" y="1077"/>
                  </a:cubicBezTo>
                  <a:lnTo>
                    <a:pt x="9658" y="926"/>
                  </a:lnTo>
                  <a:cubicBezTo>
                    <a:pt x="8639" y="809"/>
                    <a:pt x="7218" y="659"/>
                    <a:pt x="5664" y="492"/>
                  </a:cubicBezTo>
                  <a:cubicBezTo>
                    <a:pt x="4094" y="342"/>
                    <a:pt x="2690" y="208"/>
                    <a:pt x="1654" y="124"/>
                  </a:cubicBezTo>
                  <a:lnTo>
                    <a:pt x="451" y="24"/>
                  </a:lnTo>
                  <a:cubicBezTo>
                    <a:pt x="345" y="12"/>
                    <a:pt x="239" y="0"/>
                    <a:pt x="13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7108538" y="3774622"/>
              <a:ext cx="365787" cy="26537"/>
            </a:xfrm>
            <a:custGeom>
              <a:avLst/>
              <a:gdLst/>
              <a:ahLst/>
              <a:cxnLst/>
              <a:rect l="l" t="t" r="r" b="b"/>
              <a:pathLst>
                <a:path w="11413" h="828" extrusionOk="0">
                  <a:moveTo>
                    <a:pt x="226" y="0"/>
                  </a:moveTo>
                  <a:cubicBezTo>
                    <a:pt x="151" y="0"/>
                    <a:pt x="76" y="5"/>
                    <a:pt x="1" y="13"/>
                  </a:cubicBezTo>
                  <a:cubicBezTo>
                    <a:pt x="134" y="46"/>
                    <a:pt x="285" y="80"/>
                    <a:pt x="435" y="80"/>
                  </a:cubicBezTo>
                  <a:lnTo>
                    <a:pt x="1655" y="197"/>
                  </a:lnTo>
                  <a:cubicBezTo>
                    <a:pt x="2691" y="280"/>
                    <a:pt x="4128" y="397"/>
                    <a:pt x="5698" y="498"/>
                  </a:cubicBezTo>
                  <a:cubicBezTo>
                    <a:pt x="7269" y="614"/>
                    <a:pt x="8706" y="698"/>
                    <a:pt x="9742" y="748"/>
                  </a:cubicBezTo>
                  <a:lnTo>
                    <a:pt x="10961" y="815"/>
                  </a:lnTo>
                  <a:cubicBezTo>
                    <a:pt x="11037" y="823"/>
                    <a:pt x="11112" y="828"/>
                    <a:pt x="11187" y="828"/>
                  </a:cubicBezTo>
                  <a:cubicBezTo>
                    <a:pt x="11262" y="828"/>
                    <a:pt x="11337" y="823"/>
                    <a:pt x="11413" y="815"/>
                  </a:cubicBezTo>
                  <a:cubicBezTo>
                    <a:pt x="11262" y="782"/>
                    <a:pt x="11112" y="748"/>
                    <a:pt x="10961" y="748"/>
                  </a:cubicBezTo>
                  <a:lnTo>
                    <a:pt x="9742" y="631"/>
                  </a:lnTo>
                  <a:cubicBezTo>
                    <a:pt x="8706" y="548"/>
                    <a:pt x="7286" y="447"/>
                    <a:pt x="5715" y="330"/>
                  </a:cubicBezTo>
                  <a:cubicBezTo>
                    <a:pt x="4128" y="213"/>
                    <a:pt x="2707" y="130"/>
                    <a:pt x="1671" y="80"/>
                  </a:cubicBezTo>
                  <a:lnTo>
                    <a:pt x="452" y="13"/>
                  </a:lnTo>
                  <a:cubicBezTo>
                    <a:pt x="377" y="5"/>
                    <a:pt x="301" y="0"/>
                    <a:pt x="226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7161548" y="3927116"/>
              <a:ext cx="418285" cy="137655"/>
            </a:xfrm>
            <a:custGeom>
              <a:avLst/>
              <a:gdLst/>
              <a:ahLst/>
              <a:cxnLst/>
              <a:rect l="l" t="t" r="r" b="b"/>
              <a:pathLst>
                <a:path w="13051" h="4295" extrusionOk="0">
                  <a:moveTo>
                    <a:pt x="1" y="0"/>
                  </a:moveTo>
                  <a:lnTo>
                    <a:pt x="34" y="3609"/>
                  </a:lnTo>
                  <a:lnTo>
                    <a:pt x="13050" y="4294"/>
                  </a:lnTo>
                  <a:lnTo>
                    <a:pt x="12683" y="10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7201194" y="3930865"/>
              <a:ext cx="8045" cy="114611"/>
            </a:xfrm>
            <a:custGeom>
              <a:avLst/>
              <a:gdLst/>
              <a:ahLst/>
              <a:cxnLst/>
              <a:rect l="l" t="t" r="r" b="b"/>
              <a:pathLst>
                <a:path w="251" h="3576" extrusionOk="0">
                  <a:moveTo>
                    <a:pt x="67" y="0"/>
                  </a:moveTo>
                  <a:cubicBezTo>
                    <a:pt x="17" y="0"/>
                    <a:pt x="0" y="802"/>
                    <a:pt x="50" y="1788"/>
                  </a:cubicBezTo>
                  <a:cubicBezTo>
                    <a:pt x="84" y="2774"/>
                    <a:pt x="151" y="3576"/>
                    <a:pt x="201" y="3576"/>
                  </a:cubicBezTo>
                  <a:cubicBezTo>
                    <a:pt x="251" y="3576"/>
                    <a:pt x="251" y="2774"/>
                    <a:pt x="217" y="1788"/>
                  </a:cubicBezTo>
                  <a:cubicBezTo>
                    <a:pt x="184" y="802"/>
                    <a:pt x="117" y="0"/>
                    <a:pt x="6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7221001" y="3931923"/>
              <a:ext cx="6442" cy="114643"/>
            </a:xfrm>
            <a:custGeom>
              <a:avLst/>
              <a:gdLst/>
              <a:ahLst/>
              <a:cxnLst/>
              <a:rect l="l" t="t" r="r" b="b"/>
              <a:pathLst>
                <a:path w="201" h="3577" extrusionOk="0">
                  <a:moveTo>
                    <a:pt x="67" y="1"/>
                  </a:moveTo>
                  <a:cubicBezTo>
                    <a:pt x="17" y="1"/>
                    <a:pt x="0" y="803"/>
                    <a:pt x="17" y="1788"/>
                  </a:cubicBezTo>
                  <a:cubicBezTo>
                    <a:pt x="34" y="2774"/>
                    <a:pt x="84" y="3576"/>
                    <a:pt x="134" y="3576"/>
                  </a:cubicBezTo>
                  <a:cubicBezTo>
                    <a:pt x="184" y="3576"/>
                    <a:pt x="201" y="2774"/>
                    <a:pt x="184" y="1788"/>
                  </a:cubicBezTo>
                  <a:cubicBezTo>
                    <a:pt x="167" y="803"/>
                    <a:pt x="101" y="1"/>
                    <a:pt x="67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7260102" y="3983331"/>
              <a:ext cx="226017" cy="18781"/>
            </a:xfrm>
            <a:custGeom>
              <a:avLst/>
              <a:gdLst/>
              <a:ahLst/>
              <a:cxnLst/>
              <a:rect l="l" t="t" r="r" b="b"/>
              <a:pathLst>
                <a:path w="7052" h="586" extrusionOk="0">
                  <a:moveTo>
                    <a:pt x="0" y="1"/>
                  </a:moveTo>
                  <a:cubicBezTo>
                    <a:pt x="1709" y="182"/>
                    <a:pt x="3659" y="313"/>
                    <a:pt x="5493" y="456"/>
                  </a:cubicBezTo>
                  <a:lnTo>
                    <a:pt x="5493" y="456"/>
                  </a:lnTo>
                  <a:lnTo>
                    <a:pt x="0" y="1"/>
                  </a:lnTo>
                  <a:close/>
                  <a:moveTo>
                    <a:pt x="5493" y="456"/>
                  </a:moveTo>
                  <a:lnTo>
                    <a:pt x="7051" y="585"/>
                  </a:lnTo>
                  <a:cubicBezTo>
                    <a:pt x="6547" y="540"/>
                    <a:pt x="6025" y="498"/>
                    <a:pt x="5493" y="4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7260102" y="3983139"/>
              <a:ext cx="226017" cy="19166"/>
            </a:xfrm>
            <a:custGeom>
              <a:avLst/>
              <a:gdLst/>
              <a:ahLst/>
              <a:cxnLst/>
              <a:rect l="l" t="t" r="r" b="b"/>
              <a:pathLst>
                <a:path w="7052" h="598" extrusionOk="0">
                  <a:moveTo>
                    <a:pt x="279" y="0"/>
                  </a:moveTo>
                  <a:cubicBezTo>
                    <a:pt x="187" y="0"/>
                    <a:pt x="94" y="2"/>
                    <a:pt x="0" y="7"/>
                  </a:cubicBezTo>
                  <a:cubicBezTo>
                    <a:pt x="334" y="90"/>
                    <a:pt x="668" y="140"/>
                    <a:pt x="1019" y="174"/>
                  </a:cubicBezTo>
                  <a:cubicBezTo>
                    <a:pt x="1654" y="241"/>
                    <a:pt x="2540" y="324"/>
                    <a:pt x="3526" y="391"/>
                  </a:cubicBezTo>
                  <a:cubicBezTo>
                    <a:pt x="4495" y="474"/>
                    <a:pt x="5380" y="525"/>
                    <a:pt x="6015" y="558"/>
                  </a:cubicBezTo>
                  <a:cubicBezTo>
                    <a:pt x="6272" y="582"/>
                    <a:pt x="6529" y="598"/>
                    <a:pt x="6779" y="598"/>
                  </a:cubicBezTo>
                  <a:cubicBezTo>
                    <a:pt x="6871" y="598"/>
                    <a:pt x="6962" y="596"/>
                    <a:pt x="7051" y="591"/>
                  </a:cubicBezTo>
                  <a:cubicBezTo>
                    <a:pt x="6717" y="508"/>
                    <a:pt x="6366" y="458"/>
                    <a:pt x="6032" y="441"/>
                  </a:cubicBezTo>
                  <a:cubicBezTo>
                    <a:pt x="5397" y="374"/>
                    <a:pt x="4511" y="307"/>
                    <a:pt x="3526" y="224"/>
                  </a:cubicBezTo>
                  <a:lnTo>
                    <a:pt x="1036" y="40"/>
                  </a:lnTo>
                  <a:cubicBezTo>
                    <a:pt x="779" y="16"/>
                    <a:pt x="531" y="0"/>
                    <a:pt x="27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7509098" y="3957627"/>
              <a:ext cx="8589" cy="103938"/>
            </a:xfrm>
            <a:custGeom>
              <a:avLst/>
              <a:gdLst/>
              <a:ahLst/>
              <a:cxnLst/>
              <a:rect l="l" t="t" r="r" b="b"/>
              <a:pathLst>
                <a:path w="268" h="3243" extrusionOk="0">
                  <a:moveTo>
                    <a:pt x="51" y="1"/>
                  </a:moveTo>
                  <a:cubicBezTo>
                    <a:pt x="1" y="1"/>
                    <a:pt x="1" y="736"/>
                    <a:pt x="51" y="1621"/>
                  </a:cubicBezTo>
                  <a:cubicBezTo>
                    <a:pt x="101" y="2524"/>
                    <a:pt x="168" y="3242"/>
                    <a:pt x="218" y="3242"/>
                  </a:cubicBezTo>
                  <a:cubicBezTo>
                    <a:pt x="268" y="3242"/>
                    <a:pt x="268" y="2507"/>
                    <a:pt x="218" y="1621"/>
                  </a:cubicBezTo>
                  <a:cubicBezTo>
                    <a:pt x="184" y="719"/>
                    <a:pt x="101" y="1"/>
                    <a:pt x="51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7529450" y="3958717"/>
              <a:ext cx="12884" cy="104451"/>
            </a:xfrm>
            <a:custGeom>
              <a:avLst/>
              <a:gdLst/>
              <a:ahLst/>
              <a:cxnLst/>
              <a:rect l="l" t="t" r="r" b="b"/>
              <a:pathLst>
                <a:path w="402" h="3259" extrusionOk="0">
                  <a:moveTo>
                    <a:pt x="34" y="0"/>
                  </a:moveTo>
                  <a:lnTo>
                    <a:pt x="34" y="0"/>
                  </a:lnTo>
                  <a:cubicBezTo>
                    <a:pt x="1" y="17"/>
                    <a:pt x="34" y="735"/>
                    <a:pt x="117" y="1637"/>
                  </a:cubicBezTo>
                  <a:cubicBezTo>
                    <a:pt x="201" y="2540"/>
                    <a:pt x="318" y="3258"/>
                    <a:pt x="368" y="3258"/>
                  </a:cubicBezTo>
                  <a:cubicBezTo>
                    <a:pt x="402" y="3241"/>
                    <a:pt x="368" y="2523"/>
                    <a:pt x="285" y="1621"/>
                  </a:cubicBezTo>
                  <a:cubicBezTo>
                    <a:pt x="201" y="718"/>
                    <a:pt x="84" y="0"/>
                    <a:pt x="3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7320068" y="4009035"/>
              <a:ext cx="115156" cy="6474"/>
            </a:xfrm>
            <a:custGeom>
              <a:avLst/>
              <a:gdLst/>
              <a:ahLst/>
              <a:cxnLst/>
              <a:rect l="l" t="t" r="r" b="b"/>
              <a:pathLst>
                <a:path w="3593" h="202" extrusionOk="0">
                  <a:moveTo>
                    <a:pt x="0" y="1"/>
                  </a:moveTo>
                  <a:lnTo>
                    <a:pt x="0" y="1"/>
                  </a:lnTo>
                  <a:cubicBezTo>
                    <a:pt x="1404" y="101"/>
                    <a:pt x="2473" y="168"/>
                    <a:pt x="3593" y="2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7320068" y="4008074"/>
              <a:ext cx="115156" cy="8397"/>
            </a:xfrm>
            <a:custGeom>
              <a:avLst/>
              <a:gdLst/>
              <a:ahLst/>
              <a:cxnLst/>
              <a:rect l="l" t="t" r="r" b="b"/>
              <a:pathLst>
                <a:path w="3593" h="262" extrusionOk="0">
                  <a:moveTo>
                    <a:pt x="394" y="0"/>
                  </a:moveTo>
                  <a:cubicBezTo>
                    <a:pt x="158" y="0"/>
                    <a:pt x="17" y="10"/>
                    <a:pt x="17" y="31"/>
                  </a:cubicBezTo>
                  <a:cubicBezTo>
                    <a:pt x="0" y="81"/>
                    <a:pt x="802" y="164"/>
                    <a:pt x="1788" y="214"/>
                  </a:cubicBezTo>
                  <a:cubicBezTo>
                    <a:pt x="2361" y="244"/>
                    <a:pt x="2878" y="261"/>
                    <a:pt x="3210" y="261"/>
                  </a:cubicBezTo>
                  <a:cubicBezTo>
                    <a:pt x="3449" y="261"/>
                    <a:pt x="3593" y="252"/>
                    <a:pt x="3593" y="231"/>
                  </a:cubicBezTo>
                  <a:cubicBezTo>
                    <a:pt x="3593" y="181"/>
                    <a:pt x="2791" y="97"/>
                    <a:pt x="1805" y="47"/>
                  </a:cubicBezTo>
                  <a:cubicBezTo>
                    <a:pt x="1232" y="18"/>
                    <a:pt x="721" y="0"/>
                    <a:pt x="39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7182445" y="4153613"/>
              <a:ext cx="425207" cy="115700"/>
            </a:xfrm>
            <a:custGeom>
              <a:avLst/>
              <a:gdLst/>
              <a:ahLst/>
              <a:cxnLst/>
              <a:rect l="l" t="t" r="r" b="b"/>
              <a:pathLst>
                <a:path w="13267" h="3610" extrusionOk="0">
                  <a:moveTo>
                    <a:pt x="0" y="1"/>
                  </a:moveTo>
                  <a:lnTo>
                    <a:pt x="234" y="3610"/>
                  </a:lnTo>
                  <a:lnTo>
                    <a:pt x="13267" y="3610"/>
                  </a:lnTo>
                  <a:lnTo>
                    <a:pt x="12732" y="4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7199047" y="4170215"/>
              <a:ext cx="404343" cy="84644"/>
            </a:xfrm>
            <a:custGeom>
              <a:avLst/>
              <a:gdLst/>
              <a:ahLst/>
              <a:cxnLst/>
              <a:rect l="l" t="t" r="r" b="b"/>
              <a:pathLst>
                <a:path w="12616" h="2641" extrusionOk="0">
                  <a:moveTo>
                    <a:pt x="0" y="1"/>
                  </a:moveTo>
                  <a:lnTo>
                    <a:pt x="234" y="2641"/>
                  </a:lnTo>
                  <a:lnTo>
                    <a:pt x="12615" y="2474"/>
                  </a:lnTo>
                  <a:lnTo>
                    <a:pt x="12264" y="2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7197444" y="4040092"/>
              <a:ext cx="420945" cy="129642"/>
            </a:xfrm>
            <a:custGeom>
              <a:avLst/>
              <a:gdLst/>
              <a:ahLst/>
              <a:cxnLst/>
              <a:rect l="l" t="t" r="r" b="b"/>
              <a:pathLst>
                <a:path w="13134" h="4045" extrusionOk="0">
                  <a:moveTo>
                    <a:pt x="0" y="1"/>
                  </a:moveTo>
                  <a:lnTo>
                    <a:pt x="117" y="3610"/>
                  </a:lnTo>
                  <a:lnTo>
                    <a:pt x="13133" y="4044"/>
                  </a:lnTo>
                  <a:lnTo>
                    <a:pt x="12715" y="8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7286319" y="4090987"/>
              <a:ext cx="256015" cy="37499"/>
            </a:xfrm>
            <a:custGeom>
              <a:avLst/>
              <a:gdLst/>
              <a:ahLst/>
              <a:cxnLst/>
              <a:rect l="l" t="t" r="r" b="b"/>
              <a:pathLst>
                <a:path w="7988" h="1170" extrusionOk="0">
                  <a:moveTo>
                    <a:pt x="34" y="0"/>
                  </a:moveTo>
                  <a:lnTo>
                    <a:pt x="1" y="652"/>
                  </a:lnTo>
                  <a:lnTo>
                    <a:pt x="7937" y="1170"/>
                  </a:lnTo>
                  <a:lnTo>
                    <a:pt x="7988" y="51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7200104" y="4204797"/>
              <a:ext cx="396330" cy="5609"/>
            </a:xfrm>
            <a:custGeom>
              <a:avLst/>
              <a:gdLst/>
              <a:ahLst/>
              <a:cxnLst/>
              <a:rect l="l" t="t" r="r" b="b"/>
              <a:pathLst>
                <a:path w="12366" h="175" extrusionOk="0">
                  <a:moveTo>
                    <a:pt x="7822" y="0"/>
                  </a:moveTo>
                  <a:cubicBezTo>
                    <a:pt x="7301" y="0"/>
                    <a:pt x="6751" y="2"/>
                    <a:pt x="6183" y="8"/>
                  </a:cubicBezTo>
                  <a:cubicBezTo>
                    <a:pt x="4462" y="8"/>
                    <a:pt x="2925" y="25"/>
                    <a:pt x="1805" y="41"/>
                  </a:cubicBezTo>
                  <a:lnTo>
                    <a:pt x="485" y="75"/>
                  </a:lnTo>
                  <a:cubicBezTo>
                    <a:pt x="318" y="75"/>
                    <a:pt x="151" y="91"/>
                    <a:pt x="1" y="108"/>
                  </a:cubicBezTo>
                  <a:cubicBezTo>
                    <a:pt x="111" y="133"/>
                    <a:pt x="230" y="148"/>
                    <a:pt x="351" y="148"/>
                  </a:cubicBezTo>
                  <a:cubicBezTo>
                    <a:pt x="396" y="148"/>
                    <a:pt x="441" y="146"/>
                    <a:pt x="485" y="142"/>
                  </a:cubicBezTo>
                  <a:lnTo>
                    <a:pt x="1805" y="175"/>
                  </a:lnTo>
                  <a:lnTo>
                    <a:pt x="6183" y="175"/>
                  </a:lnTo>
                  <a:cubicBezTo>
                    <a:pt x="7887" y="175"/>
                    <a:pt x="9424" y="158"/>
                    <a:pt x="10544" y="142"/>
                  </a:cubicBezTo>
                  <a:lnTo>
                    <a:pt x="11881" y="108"/>
                  </a:lnTo>
                  <a:cubicBezTo>
                    <a:pt x="12031" y="108"/>
                    <a:pt x="12198" y="91"/>
                    <a:pt x="12365" y="75"/>
                  </a:cubicBezTo>
                  <a:cubicBezTo>
                    <a:pt x="12243" y="50"/>
                    <a:pt x="12120" y="35"/>
                    <a:pt x="12005" y="35"/>
                  </a:cubicBezTo>
                  <a:cubicBezTo>
                    <a:pt x="11962" y="35"/>
                    <a:pt x="11921" y="37"/>
                    <a:pt x="11881" y="41"/>
                  </a:cubicBezTo>
                  <a:lnTo>
                    <a:pt x="10544" y="8"/>
                  </a:lnTo>
                  <a:cubicBezTo>
                    <a:pt x="9798" y="8"/>
                    <a:pt x="8866" y="0"/>
                    <a:pt x="782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7201707" y="4222713"/>
              <a:ext cx="399535" cy="8045"/>
            </a:xfrm>
            <a:custGeom>
              <a:avLst/>
              <a:gdLst/>
              <a:ahLst/>
              <a:cxnLst/>
              <a:rect l="l" t="t" r="r" b="b"/>
              <a:pathLst>
                <a:path w="12466" h="251" extrusionOk="0">
                  <a:moveTo>
                    <a:pt x="1822" y="0"/>
                  </a:moveTo>
                  <a:lnTo>
                    <a:pt x="502" y="17"/>
                  </a:lnTo>
                  <a:cubicBezTo>
                    <a:pt x="453" y="12"/>
                    <a:pt x="404" y="10"/>
                    <a:pt x="355" y="10"/>
                  </a:cubicBezTo>
                  <a:cubicBezTo>
                    <a:pt x="237" y="10"/>
                    <a:pt x="119" y="22"/>
                    <a:pt x="1" y="34"/>
                  </a:cubicBezTo>
                  <a:cubicBezTo>
                    <a:pt x="168" y="67"/>
                    <a:pt x="335" y="84"/>
                    <a:pt x="502" y="84"/>
                  </a:cubicBezTo>
                  <a:lnTo>
                    <a:pt x="1822" y="117"/>
                  </a:lnTo>
                  <a:cubicBezTo>
                    <a:pt x="2958" y="151"/>
                    <a:pt x="4512" y="184"/>
                    <a:pt x="6233" y="201"/>
                  </a:cubicBezTo>
                  <a:cubicBezTo>
                    <a:pt x="7954" y="234"/>
                    <a:pt x="9508" y="251"/>
                    <a:pt x="10628" y="251"/>
                  </a:cubicBezTo>
                  <a:lnTo>
                    <a:pt x="11964" y="234"/>
                  </a:lnTo>
                  <a:cubicBezTo>
                    <a:pt x="12131" y="234"/>
                    <a:pt x="12298" y="234"/>
                    <a:pt x="12465" y="218"/>
                  </a:cubicBezTo>
                  <a:cubicBezTo>
                    <a:pt x="12298" y="184"/>
                    <a:pt x="12131" y="167"/>
                    <a:pt x="11964" y="167"/>
                  </a:cubicBezTo>
                  <a:lnTo>
                    <a:pt x="10628" y="117"/>
                  </a:lnTo>
                  <a:cubicBezTo>
                    <a:pt x="9508" y="101"/>
                    <a:pt x="7954" y="67"/>
                    <a:pt x="6233" y="34"/>
                  </a:cubicBezTo>
                  <a:cubicBezTo>
                    <a:pt x="4512" y="17"/>
                    <a:pt x="2958" y="0"/>
                    <a:pt x="182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731" y="6230268"/>
            <a:ext cx="9143833" cy="634077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0000" y="2867800"/>
            <a:ext cx="7704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19/06/2023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44"/>
          <p:cNvSpPr txBox="1">
            <a:spLocks noGrp="1"/>
          </p:cNvSpPr>
          <p:nvPr>
            <p:ph type="subTitle" idx="2"/>
          </p:nvPr>
        </p:nvSpPr>
        <p:spPr>
          <a:xfrm>
            <a:off x="1714480" y="1619237"/>
            <a:ext cx="5572164" cy="17145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2000" b="1" dirty="0" err="1" smtClean="0"/>
              <a:t>Dermo</a:t>
            </a:r>
            <a:r>
              <a:rPr lang="fr-FR" sz="2000" b="1" dirty="0" smtClean="0"/>
              <a:t> Relax </a:t>
            </a:r>
            <a:r>
              <a:rPr lang="fr-FR" sz="2000" dirty="0" smtClean="0"/>
              <a:t>est </a:t>
            </a:r>
            <a:r>
              <a:rPr lang="fr-FR" sz="2000" dirty="0" smtClean="0"/>
              <a:t>solution </a:t>
            </a:r>
            <a:r>
              <a:rPr lang="fr-FR" sz="2000" dirty="0" smtClean="0"/>
              <a:t>web</a:t>
            </a:r>
            <a:r>
              <a:rPr lang="fr-FR" sz="2000" dirty="0" smtClean="0"/>
              <a:t> </a:t>
            </a:r>
            <a:r>
              <a:rPr lang="fr-FR" sz="2000" dirty="0" smtClean="0"/>
              <a:t>qui offre à ses clients gratuitement la possibilité de consulter tous les catégories et les produits offerts pour le brand </a:t>
            </a:r>
            <a:r>
              <a:rPr lang="fr-FR" sz="2000" dirty="0" err="1" smtClean="0"/>
              <a:t>Dermo</a:t>
            </a:r>
            <a:r>
              <a:rPr lang="fr-FR" sz="2000" dirty="0" smtClean="0"/>
              <a:t>&amp;Relax et de passer une commande directe en ligne.</a:t>
            </a:r>
            <a:endParaRPr lang="fr-FR" sz="2000" dirty="0"/>
          </a:p>
        </p:txBody>
      </p:sp>
      <p:sp>
        <p:nvSpPr>
          <p:cNvPr id="2135" name="Google Shape;2135;p44"/>
          <p:cNvSpPr txBox="1">
            <a:spLocks noGrp="1"/>
          </p:cNvSpPr>
          <p:nvPr>
            <p:ph type="title"/>
          </p:nvPr>
        </p:nvSpPr>
        <p:spPr>
          <a:xfrm>
            <a:off x="312838" y="2571744"/>
            <a:ext cx="758700" cy="15240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>
                    <a:lumMod val="10000"/>
                  </a:schemeClr>
                </a:solidFill>
              </a:rPr>
              <a:t>01</a:t>
            </a:r>
            <a:endParaRPr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40" name="Google Shape;1478;p39"/>
          <p:cNvSpPr txBox="1">
            <a:spLocks noGrp="1"/>
          </p:cNvSpPr>
          <p:nvPr>
            <p:ph type="title"/>
          </p:nvPr>
        </p:nvSpPr>
        <p:spPr>
          <a:xfrm>
            <a:off x="357158" y="190477"/>
            <a:ext cx="5214974" cy="1238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b="1" dirty="0" smtClean="0">
                <a:solidFill>
                  <a:schemeClr val="accent5">
                    <a:lumMod val="10000"/>
                  </a:schemeClr>
                </a:solidFill>
              </a:rPr>
              <a:t>Présentation </a:t>
            </a:r>
            <a:endParaRPr lang="fr-FR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grpSp>
        <p:nvGrpSpPr>
          <p:cNvPr id="2" name="Google Shape;2142;p44"/>
          <p:cNvGrpSpPr/>
          <p:nvPr/>
        </p:nvGrpSpPr>
        <p:grpSpPr>
          <a:xfrm>
            <a:off x="1214414" y="2571744"/>
            <a:ext cx="497448" cy="808301"/>
            <a:chOff x="1847621" y="2498055"/>
            <a:chExt cx="497448" cy="606226"/>
          </a:xfrm>
        </p:grpSpPr>
        <p:sp>
          <p:nvSpPr>
            <p:cNvPr id="142" name="Google Shape;2143;p44"/>
            <p:cNvSpPr/>
            <p:nvPr/>
          </p:nvSpPr>
          <p:spPr>
            <a:xfrm>
              <a:off x="2043094" y="2498055"/>
              <a:ext cx="92144" cy="51440"/>
            </a:xfrm>
            <a:custGeom>
              <a:avLst/>
              <a:gdLst/>
              <a:ahLst/>
              <a:cxnLst/>
              <a:rect l="l" t="t" r="r" b="b"/>
              <a:pathLst>
                <a:path w="2875" h="1605" extrusionOk="0">
                  <a:moveTo>
                    <a:pt x="0" y="1"/>
                  </a:moveTo>
                  <a:lnTo>
                    <a:pt x="0" y="1605"/>
                  </a:lnTo>
                  <a:lnTo>
                    <a:pt x="2874" y="1605"/>
                  </a:lnTo>
                  <a:lnTo>
                    <a:pt x="2874" y="1"/>
                  </a:ln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144;p44"/>
            <p:cNvSpPr/>
            <p:nvPr/>
          </p:nvSpPr>
          <p:spPr>
            <a:xfrm>
              <a:off x="1847621" y="2518407"/>
              <a:ext cx="483058" cy="575714"/>
            </a:xfrm>
            <a:custGeom>
              <a:avLst/>
              <a:gdLst/>
              <a:ahLst/>
              <a:cxnLst/>
              <a:rect l="l" t="t" r="r" b="b"/>
              <a:pathLst>
                <a:path w="15072" h="17963" extrusionOk="0">
                  <a:moveTo>
                    <a:pt x="1" y="0"/>
                  </a:moveTo>
                  <a:lnTo>
                    <a:pt x="1" y="17962"/>
                  </a:lnTo>
                  <a:lnTo>
                    <a:pt x="15072" y="17962"/>
                  </a:lnTo>
                  <a:lnTo>
                    <a:pt x="15072" y="0"/>
                  </a:lnTo>
                  <a:lnTo>
                    <a:pt x="8973" y="0"/>
                  </a:lnTo>
                  <a:lnTo>
                    <a:pt x="8973" y="970"/>
                  </a:lnTo>
                  <a:lnTo>
                    <a:pt x="6099" y="970"/>
                  </a:lnTo>
                  <a:lnTo>
                    <a:pt x="6099" y="0"/>
                  </a:ln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145;p44"/>
            <p:cNvSpPr/>
            <p:nvPr/>
          </p:nvSpPr>
          <p:spPr>
            <a:xfrm>
              <a:off x="1878677" y="2549463"/>
              <a:ext cx="420945" cy="513601"/>
            </a:xfrm>
            <a:custGeom>
              <a:avLst/>
              <a:gdLst/>
              <a:ahLst/>
              <a:cxnLst/>
              <a:rect l="l" t="t" r="r" b="b"/>
              <a:pathLst>
                <a:path w="13134" h="16025" extrusionOk="0">
                  <a:moveTo>
                    <a:pt x="1" y="1"/>
                  </a:moveTo>
                  <a:lnTo>
                    <a:pt x="1" y="16024"/>
                  </a:lnTo>
                  <a:lnTo>
                    <a:pt x="13134" y="16024"/>
                  </a:lnTo>
                  <a:lnTo>
                    <a:pt x="13134" y="1"/>
                  </a:lnTo>
                  <a:lnTo>
                    <a:pt x="10243" y="1"/>
                  </a:lnTo>
                  <a:lnTo>
                    <a:pt x="10243" y="953"/>
                  </a:lnTo>
                  <a:lnTo>
                    <a:pt x="2875" y="953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chemeClr val="accent6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146;p44"/>
            <p:cNvSpPr/>
            <p:nvPr/>
          </p:nvSpPr>
          <p:spPr>
            <a:xfrm>
              <a:off x="1936527" y="2652280"/>
              <a:ext cx="119963" cy="20384"/>
            </a:xfrm>
            <a:custGeom>
              <a:avLst/>
              <a:gdLst/>
              <a:ahLst/>
              <a:cxnLst/>
              <a:rect l="l" t="t" r="r" b="b"/>
              <a:pathLst>
                <a:path w="3743" h="636" extrusionOk="0">
                  <a:moveTo>
                    <a:pt x="435" y="1"/>
                  </a:moveTo>
                  <a:cubicBezTo>
                    <a:pt x="0" y="1"/>
                    <a:pt x="0" y="636"/>
                    <a:pt x="435" y="636"/>
                  </a:cubicBezTo>
                  <a:lnTo>
                    <a:pt x="3325" y="636"/>
                  </a:lnTo>
                  <a:cubicBezTo>
                    <a:pt x="3743" y="636"/>
                    <a:pt x="3743" y="1"/>
                    <a:pt x="33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147;p44"/>
            <p:cNvSpPr/>
            <p:nvPr/>
          </p:nvSpPr>
          <p:spPr>
            <a:xfrm>
              <a:off x="1936527" y="2734200"/>
              <a:ext cx="78747" cy="20929"/>
            </a:xfrm>
            <a:custGeom>
              <a:avLst/>
              <a:gdLst/>
              <a:ahLst/>
              <a:cxnLst/>
              <a:rect l="l" t="t" r="r" b="b"/>
              <a:pathLst>
                <a:path w="2457" h="653" extrusionOk="0">
                  <a:moveTo>
                    <a:pt x="435" y="1"/>
                  </a:moveTo>
                  <a:cubicBezTo>
                    <a:pt x="0" y="1"/>
                    <a:pt x="0" y="653"/>
                    <a:pt x="435" y="653"/>
                  </a:cubicBezTo>
                  <a:lnTo>
                    <a:pt x="2039" y="653"/>
                  </a:lnTo>
                  <a:cubicBezTo>
                    <a:pt x="2456" y="653"/>
                    <a:pt x="2456" y="1"/>
                    <a:pt x="20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148;p44"/>
            <p:cNvSpPr/>
            <p:nvPr/>
          </p:nvSpPr>
          <p:spPr>
            <a:xfrm>
              <a:off x="2090752" y="2734200"/>
              <a:ext cx="99099" cy="20929"/>
            </a:xfrm>
            <a:custGeom>
              <a:avLst/>
              <a:gdLst/>
              <a:ahLst/>
              <a:cxnLst/>
              <a:rect l="l" t="t" r="r" b="b"/>
              <a:pathLst>
                <a:path w="3092" h="653" extrusionOk="0">
                  <a:moveTo>
                    <a:pt x="435" y="1"/>
                  </a:moveTo>
                  <a:cubicBezTo>
                    <a:pt x="0" y="1"/>
                    <a:pt x="0" y="653"/>
                    <a:pt x="435" y="653"/>
                  </a:cubicBezTo>
                  <a:lnTo>
                    <a:pt x="2674" y="653"/>
                  </a:lnTo>
                  <a:cubicBezTo>
                    <a:pt x="3091" y="653"/>
                    <a:pt x="3091" y="1"/>
                    <a:pt x="26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149;p44"/>
            <p:cNvSpPr/>
            <p:nvPr/>
          </p:nvSpPr>
          <p:spPr>
            <a:xfrm>
              <a:off x="2042549" y="2734264"/>
              <a:ext cx="25095" cy="20865"/>
            </a:xfrm>
            <a:custGeom>
              <a:avLst/>
              <a:gdLst/>
              <a:ahLst/>
              <a:cxnLst/>
              <a:rect l="l" t="t" r="r" b="b"/>
              <a:pathLst>
                <a:path w="783" h="651" extrusionOk="0">
                  <a:moveTo>
                    <a:pt x="323" y="0"/>
                  </a:moveTo>
                  <a:cubicBezTo>
                    <a:pt x="249" y="0"/>
                    <a:pt x="171" y="29"/>
                    <a:pt x="101" y="99"/>
                  </a:cubicBezTo>
                  <a:cubicBezTo>
                    <a:pt x="34" y="149"/>
                    <a:pt x="0" y="233"/>
                    <a:pt x="17" y="316"/>
                  </a:cubicBezTo>
                  <a:cubicBezTo>
                    <a:pt x="0" y="500"/>
                    <a:pt x="151" y="651"/>
                    <a:pt x="335" y="651"/>
                  </a:cubicBezTo>
                  <a:cubicBezTo>
                    <a:pt x="418" y="651"/>
                    <a:pt x="502" y="617"/>
                    <a:pt x="552" y="550"/>
                  </a:cubicBezTo>
                  <a:cubicBezTo>
                    <a:pt x="783" y="320"/>
                    <a:pt x="571" y="0"/>
                    <a:pt x="32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150;p44"/>
            <p:cNvSpPr/>
            <p:nvPr/>
          </p:nvSpPr>
          <p:spPr>
            <a:xfrm>
              <a:off x="2217670" y="2734616"/>
              <a:ext cx="21441" cy="20352"/>
            </a:xfrm>
            <a:custGeom>
              <a:avLst/>
              <a:gdLst/>
              <a:ahLst/>
              <a:cxnLst/>
              <a:rect l="l" t="t" r="r" b="b"/>
              <a:pathLst>
                <a:path w="669" h="635" extrusionOk="0">
                  <a:moveTo>
                    <a:pt x="316" y="1"/>
                  </a:moveTo>
                  <a:cubicBezTo>
                    <a:pt x="234" y="1"/>
                    <a:pt x="151" y="30"/>
                    <a:pt x="84" y="88"/>
                  </a:cubicBezTo>
                  <a:cubicBezTo>
                    <a:pt x="34" y="138"/>
                    <a:pt x="0" y="222"/>
                    <a:pt x="0" y="305"/>
                  </a:cubicBezTo>
                  <a:cubicBezTo>
                    <a:pt x="0" y="508"/>
                    <a:pt x="152" y="635"/>
                    <a:pt x="312" y="635"/>
                  </a:cubicBezTo>
                  <a:cubicBezTo>
                    <a:pt x="390" y="635"/>
                    <a:pt x="469" y="605"/>
                    <a:pt x="535" y="539"/>
                  </a:cubicBezTo>
                  <a:cubicBezTo>
                    <a:pt x="669" y="422"/>
                    <a:pt x="669" y="205"/>
                    <a:pt x="535" y="88"/>
                  </a:cubicBezTo>
                  <a:cubicBezTo>
                    <a:pt x="476" y="30"/>
                    <a:pt x="397" y="1"/>
                    <a:pt x="3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151;p44"/>
            <p:cNvSpPr/>
            <p:nvPr/>
          </p:nvSpPr>
          <p:spPr>
            <a:xfrm>
              <a:off x="1987936" y="2816696"/>
              <a:ext cx="99643" cy="20384"/>
            </a:xfrm>
            <a:custGeom>
              <a:avLst/>
              <a:gdLst/>
              <a:ahLst/>
              <a:cxnLst/>
              <a:rect l="l" t="t" r="r" b="b"/>
              <a:pathLst>
                <a:path w="3109" h="636" extrusionOk="0">
                  <a:moveTo>
                    <a:pt x="435" y="0"/>
                  </a:moveTo>
                  <a:cubicBezTo>
                    <a:pt x="0" y="0"/>
                    <a:pt x="0" y="635"/>
                    <a:pt x="435" y="635"/>
                  </a:cubicBezTo>
                  <a:lnTo>
                    <a:pt x="2674" y="635"/>
                  </a:lnTo>
                  <a:cubicBezTo>
                    <a:pt x="3108" y="635"/>
                    <a:pt x="3108" y="0"/>
                    <a:pt x="267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152;p44"/>
            <p:cNvSpPr/>
            <p:nvPr/>
          </p:nvSpPr>
          <p:spPr>
            <a:xfrm>
              <a:off x="1935886" y="2816408"/>
              <a:ext cx="29005" cy="20865"/>
            </a:xfrm>
            <a:custGeom>
              <a:avLst/>
              <a:gdLst/>
              <a:ahLst/>
              <a:cxnLst/>
              <a:rect l="l" t="t" r="r" b="b"/>
              <a:pathLst>
                <a:path w="905" h="651" extrusionOk="0">
                  <a:moveTo>
                    <a:pt x="439" y="1"/>
                  </a:moveTo>
                  <a:cubicBezTo>
                    <a:pt x="366" y="1"/>
                    <a:pt x="289" y="28"/>
                    <a:pt x="221" y="93"/>
                  </a:cubicBezTo>
                  <a:cubicBezTo>
                    <a:pt x="0" y="326"/>
                    <a:pt x="213" y="651"/>
                    <a:pt x="460" y="651"/>
                  </a:cubicBezTo>
                  <a:cubicBezTo>
                    <a:pt x="531" y="651"/>
                    <a:pt x="605" y="624"/>
                    <a:pt x="672" y="560"/>
                  </a:cubicBezTo>
                  <a:cubicBezTo>
                    <a:pt x="904" y="315"/>
                    <a:pt x="688" y="1"/>
                    <a:pt x="4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153;p44"/>
            <p:cNvSpPr/>
            <p:nvPr/>
          </p:nvSpPr>
          <p:spPr>
            <a:xfrm>
              <a:off x="1914605" y="2909545"/>
              <a:ext cx="88714" cy="89516"/>
            </a:xfrm>
            <a:custGeom>
              <a:avLst/>
              <a:gdLst/>
              <a:ahLst/>
              <a:cxnLst/>
              <a:rect l="l" t="t" r="r" b="b"/>
              <a:pathLst>
                <a:path w="2768" h="2793" extrusionOk="0">
                  <a:moveTo>
                    <a:pt x="2282" y="1"/>
                  </a:moveTo>
                  <a:cubicBezTo>
                    <a:pt x="2231" y="1"/>
                    <a:pt x="2176" y="14"/>
                    <a:pt x="2121" y="44"/>
                  </a:cubicBezTo>
                  <a:cubicBezTo>
                    <a:pt x="1419" y="395"/>
                    <a:pt x="1185" y="1096"/>
                    <a:pt x="1102" y="1832"/>
                  </a:cubicBezTo>
                  <a:cubicBezTo>
                    <a:pt x="968" y="1715"/>
                    <a:pt x="835" y="1598"/>
                    <a:pt x="701" y="1497"/>
                  </a:cubicBezTo>
                  <a:cubicBezTo>
                    <a:pt x="633" y="1440"/>
                    <a:pt x="558" y="1416"/>
                    <a:pt x="486" y="1416"/>
                  </a:cubicBezTo>
                  <a:cubicBezTo>
                    <a:pt x="225" y="1416"/>
                    <a:pt x="1" y="1739"/>
                    <a:pt x="250" y="1949"/>
                  </a:cubicBezTo>
                  <a:lnTo>
                    <a:pt x="1152" y="2700"/>
                  </a:lnTo>
                  <a:cubicBezTo>
                    <a:pt x="1216" y="2764"/>
                    <a:pt x="1292" y="2792"/>
                    <a:pt x="1368" y="2792"/>
                  </a:cubicBezTo>
                  <a:cubicBezTo>
                    <a:pt x="1532" y="2792"/>
                    <a:pt x="1692" y="2661"/>
                    <a:pt x="1703" y="2467"/>
                  </a:cubicBezTo>
                  <a:cubicBezTo>
                    <a:pt x="1720" y="1781"/>
                    <a:pt x="1754" y="946"/>
                    <a:pt x="2455" y="595"/>
                  </a:cubicBezTo>
                  <a:cubicBezTo>
                    <a:pt x="2768" y="425"/>
                    <a:pt x="2573" y="1"/>
                    <a:pt x="2282" y="1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154;p44"/>
            <p:cNvSpPr/>
            <p:nvPr/>
          </p:nvSpPr>
          <p:spPr>
            <a:xfrm>
              <a:off x="1988705" y="2947492"/>
              <a:ext cx="94163" cy="35672"/>
            </a:xfrm>
            <a:custGeom>
              <a:avLst/>
              <a:gdLst/>
              <a:ahLst/>
              <a:cxnLst/>
              <a:rect l="l" t="t" r="r" b="b"/>
              <a:pathLst>
                <a:path w="2938" h="1113" extrusionOk="0">
                  <a:moveTo>
                    <a:pt x="432" y="0"/>
                  </a:moveTo>
                  <a:cubicBezTo>
                    <a:pt x="221" y="0"/>
                    <a:pt x="0" y="233"/>
                    <a:pt x="127" y="497"/>
                  </a:cubicBezTo>
                  <a:cubicBezTo>
                    <a:pt x="314" y="884"/>
                    <a:pt x="707" y="1113"/>
                    <a:pt x="1116" y="1113"/>
                  </a:cubicBezTo>
                  <a:cubicBezTo>
                    <a:pt x="1255" y="1113"/>
                    <a:pt x="1395" y="1087"/>
                    <a:pt x="1530" y="1032"/>
                  </a:cubicBezTo>
                  <a:cubicBezTo>
                    <a:pt x="1624" y="992"/>
                    <a:pt x="1965" y="747"/>
                    <a:pt x="2148" y="747"/>
                  </a:cubicBezTo>
                  <a:cubicBezTo>
                    <a:pt x="2193" y="747"/>
                    <a:pt x="2229" y="762"/>
                    <a:pt x="2249" y="798"/>
                  </a:cubicBezTo>
                  <a:cubicBezTo>
                    <a:pt x="2312" y="913"/>
                    <a:pt x="2409" y="961"/>
                    <a:pt x="2507" y="961"/>
                  </a:cubicBezTo>
                  <a:cubicBezTo>
                    <a:pt x="2721" y="961"/>
                    <a:pt x="2938" y="733"/>
                    <a:pt x="2800" y="481"/>
                  </a:cubicBezTo>
                  <a:cubicBezTo>
                    <a:pt x="2668" y="243"/>
                    <a:pt x="2420" y="99"/>
                    <a:pt x="2157" y="99"/>
                  </a:cubicBezTo>
                  <a:cubicBezTo>
                    <a:pt x="2088" y="99"/>
                    <a:pt x="2018" y="109"/>
                    <a:pt x="1948" y="130"/>
                  </a:cubicBezTo>
                  <a:cubicBezTo>
                    <a:pt x="1669" y="216"/>
                    <a:pt x="1355" y="460"/>
                    <a:pt x="1083" y="460"/>
                  </a:cubicBezTo>
                  <a:cubicBezTo>
                    <a:pt x="931" y="460"/>
                    <a:pt x="792" y="384"/>
                    <a:pt x="678" y="163"/>
                  </a:cubicBezTo>
                  <a:cubicBezTo>
                    <a:pt x="621" y="48"/>
                    <a:pt x="527" y="0"/>
                    <a:pt x="432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155;p44"/>
            <p:cNvSpPr/>
            <p:nvPr/>
          </p:nvSpPr>
          <p:spPr>
            <a:xfrm>
              <a:off x="2111104" y="2877784"/>
              <a:ext cx="233965" cy="226497"/>
            </a:xfrm>
            <a:custGeom>
              <a:avLst/>
              <a:gdLst/>
              <a:ahLst/>
              <a:cxnLst/>
              <a:rect l="l" t="t" r="r" b="b"/>
              <a:pathLst>
                <a:path w="7300" h="7067" extrusionOk="0">
                  <a:moveTo>
                    <a:pt x="6839" y="0"/>
                  </a:moveTo>
                  <a:cubicBezTo>
                    <a:pt x="6764" y="0"/>
                    <a:pt x="6686" y="29"/>
                    <a:pt x="6617" y="99"/>
                  </a:cubicBezTo>
                  <a:lnTo>
                    <a:pt x="201" y="6515"/>
                  </a:lnTo>
                  <a:cubicBezTo>
                    <a:pt x="0" y="6716"/>
                    <a:pt x="151" y="7067"/>
                    <a:pt x="435" y="7067"/>
                  </a:cubicBezTo>
                  <a:cubicBezTo>
                    <a:pt x="518" y="7067"/>
                    <a:pt x="602" y="7033"/>
                    <a:pt x="669" y="6966"/>
                  </a:cubicBezTo>
                  <a:lnTo>
                    <a:pt x="7068" y="567"/>
                  </a:lnTo>
                  <a:cubicBezTo>
                    <a:pt x="7299" y="323"/>
                    <a:pt x="7086" y="0"/>
                    <a:pt x="6839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156;p44"/>
            <p:cNvSpPr/>
            <p:nvPr/>
          </p:nvSpPr>
          <p:spPr>
            <a:xfrm>
              <a:off x="1970789" y="2518407"/>
              <a:ext cx="236208" cy="61600"/>
            </a:xfrm>
            <a:custGeom>
              <a:avLst/>
              <a:gdLst/>
              <a:ahLst/>
              <a:cxnLst/>
              <a:rect l="l" t="t" r="r" b="b"/>
              <a:pathLst>
                <a:path w="7370" h="1922" extrusionOk="0">
                  <a:moveTo>
                    <a:pt x="1" y="0"/>
                  </a:moveTo>
                  <a:lnTo>
                    <a:pt x="1" y="1922"/>
                  </a:lnTo>
                  <a:lnTo>
                    <a:pt x="7369" y="1922"/>
                  </a:lnTo>
                  <a:lnTo>
                    <a:pt x="7369" y="0"/>
                  </a:lnTo>
                  <a:lnTo>
                    <a:pt x="5130" y="0"/>
                  </a:lnTo>
                  <a:lnTo>
                    <a:pt x="5130" y="970"/>
                  </a:lnTo>
                  <a:lnTo>
                    <a:pt x="2256" y="97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478;p39"/>
          <p:cNvSpPr txBox="1">
            <a:spLocks/>
          </p:cNvSpPr>
          <p:nvPr/>
        </p:nvSpPr>
        <p:spPr>
          <a:xfrm>
            <a:off x="357158" y="190478"/>
            <a:ext cx="3429024" cy="76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ilita One"/>
              <a:buNone/>
              <a:tabLst/>
              <a:defRPr/>
            </a:pPr>
            <a:r>
              <a:rPr kumimoji="0" lang="en-US" altLang="ko-KR" sz="2700" b="0" i="0" u="none" strike="noStrike" kern="0" cap="none" spc="0" normalizeH="0" baseline="0" noProof="0" dirty="0">
                <a:ln>
                  <a:noFill/>
                </a:ln>
                <a:solidFill>
                  <a:srgbClr val="B17ED8"/>
                </a:solidFill>
                <a:effectLst/>
                <a:uLnTx/>
                <a:uFillTx/>
                <a:latin typeface="Lilita One"/>
                <a:ea typeface="Lilita One"/>
                <a:cs typeface="Lilita One"/>
                <a:sym typeface="Lilita One"/>
              </a:rPr>
              <a:t>  Technical choice</a:t>
            </a:r>
            <a:r>
              <a:rPr kumimoji="0" lang="en-US" altLang="ko-KR" sz="2700" b="0" i="0" u="none" strike="noStrike" kern="0" cap="none" spc="0" normalizeH="0" noProof="0" dirty="0">
                <a:ln>
                  <a:noFill/>
                </a:ln>
                <a:solidFill>
                  <a:srgbClr val="B17ED8"/>
                </a:solidFill>
                <a:effectLst/>
                <a:uLnTx/>
                <a:uFillTx/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kumimoji="0" lang="en-US" altLang="ko-KR" sz="2700" b="0" i="0" u="none" strike="noStrike" kern="0" cap="none" spc="0" normalizeH="0" baseline="0" noProof="0" dirty="0">
                <a:ln>
                  <a:noFill/>
                </a:ln>
                <a:solidFill>
                  <a:srgbClr val="B17ED8"/>
                </a:solidFill>
                <a:effectLst/>
                <a:uLnTx/>
                <a:uFillTx/>
                <a:latin typeface="Lilita One"/>
                <a:ea typeface="Lilita One"/>
                <a:cs typeface="Lilita One"/>
                <a:sym typeface="Lilita One"/>
              </a:rPr>
              <a:t>  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B17ED8"/>
              </a:solidFill>
              <a:effectLst/>
              <a:uLnTx/>
              <a:uFillTx/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44" name="Google Shape;976;p33"/>
          <p:cNvSpPr/>
          <p:nvPr/>
        </p:nvSpPr>
        <p:spPr>
          <a:xfrm rot="16200000">
            <a:off x="-1619822" y="2477024"/>
            <a:ext cx="3981036" cy="741454"/>
          </a:xfrm>
          <a:custGeom>
            <a:avLst/>
            <a:gdLst/>
            <a:ahLst/>
            <a:cxnLst/>
            <a:rect l="l" t="t" r="r" b="b"/>
            <a:pathLst>
              <a:path w="109943" h="27302" extrusionOk="0">
                <a:moveTo>
                  <a:pt x="4501" y="1"/>
                </a:moveTo>
                <a:lnTo>
                  <a:pt x="0" y="13657"/>
                </a:lnTo>
                <a:lnTo>
                  <a:pt x="4501" y="27302"/>
                </a:lnTo>
                <a:lnTo>
                  <a:pt x="109943" y="27302"/>
                </a:lnTo>
                <a:lnTo>
                  <a:pt x="105442" y="13657"/>
                </a:lnTo>
                <a:lnTo>
                  <a:pt x="109943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365750" tIns="91425" rIns="91425" bIns="91425" anchor="ctr" anchorCtr="0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B17ED8"/>
                </a:solidFill>
                <a:latin typeface="Lilita One" charset="0"/>
                <a:cs typeface="Arial" pitchFamily="34" charset="0"/>
              </a:rPr>
              <a:t>Technologies</a:t>
            </a:r>
            <a:endParaRPr lang="en-US" altLang="ko-KR" sz="1600" b="1" dirty="0">
              <a:solidFill>
                <a:srgbClr val="B17ED8"/>
              </a:solidFill>
              <a:latin typeface="Lilita One" charset="0"/>
              <a:cs typeface="Arial" pitchFamily="34" charset="0"/>
            </a:endParaRPr>
          </a:p>
        </p:txBody>
      </p:sp>
      <p:pic>
        <p:nvPicPr>
          <p:cNvPr id="47" name="Picture 8" descr="C:\Users\aloui\Downloads\png-transparent-mongodb-inc-nosql-document-oriented-database-business-text-people-logo-thumbnail-removebg-previe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0496" y="3438627"/>
            <a:ext cx="3009896" cy="2006597"/>
          </a:xfrm>
          <a:prstGeom prst="rect">
            <a:avLst/>
          </a:prstGeom>
          <a:noFill/>
        </p:spPr>
      </p:pic>
      <p:pic>
        <p:nvPicPr>
          <p:cNvPr id="4102" name="Picture 6" descr="C:\Users\aloui\Downloads\1_QOx_tPV5wJnhTzAGhfIiL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04248" y="1388813"/>
            <a:ext cx="2123360" cy="1130577"/>
          </a:xfrm>
          <a:prstGeom prst="rect">
            <a:avLst/>
          </a:prstGeom>
          <a:noFill/>
        </p:spPr>
      </p:pic>
      <p:pic>
        <p:nvPicPr>
          <p:cNvPr id="11" name="Image 10" descr="express-js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79712" y="1196752"/>
            <a:ext cx="1905000" cy="1905000"/>
          </a:xfrm>
          <a:prstGeom prst="rect">
            <a:avLst/>
          </a:prstGeom>
        </p:spPr>
      </p:pic>
      <p:pic>
        <p:nvPicPr>
          <p:cNvPr id="12" name="Image 11" descr="1631110818-logo-react-js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75656" y="3933056"/>
            <a:ext cx="2738222" cy="17992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78;p39"/>
          <p:cNvSpPr txBox="1">
            <a:spLocks/>
          </p:cNvSpPr>
          <p:nvPr/>
        </p:nvSpPr>
        <p:spPr>
          <a:xfrm>
            <a:off x="357158" y="190478"/>
            <a:ext cx="4714908" cy="76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  <a:buClr>
                <a:schemeClr val="dk1"/>
              </a:buClr>
              <a:buSzPts val="5200"/>
            </a:pPr>
            <a:r>
              <a:rPr lang="en-US" altLang="ko-KR" sz="2700" dirty="0">
                <a:solidFill>
                  <a:schemeClr val="accent5">
                    <a:lumMod val="1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altLang="ko-KR" sz="2700" dirty="0" err="1" smtClean="0">
                <a:solidFill>
                  <a:schemeClr val="accent5">
                    <a:lumMod val="1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Acteur</a:t>
            </a:r>
            <a:r>
              <a:rPr lang="en-US" altLang="ko-KR" sz="2700" dirty="0" smtClean="0">
                <a:solidFill>
                  <a:schemeClr val="accent5">
                    <a:lumMod val="1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kumimoji="0" lang="en-US" altLang="ko-KR" sz="2700" b="0" i="0" u="none" strike="noStrike" kern="0" cap="none" spc="0" normalizeH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kumimoji="0" lang="en-US" altLang="ko-KR" sz="27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Lilita One"/>
                <a:ea typeface="Lilita One"/>
                <a:cs typeface="Lilita One"/>
                <a:sym typeface="Lilita One"/>
              </a:rPr>
              <a:t>  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10000"/>
                </a:schemeClr>
              </a:solidFill>
              <a:effectLst/>
              <a:uLnTx/>
              <a:uFillTx/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70" name="Google Shape;3197;p58"/>
          <p:cNvSpPr txBox="1">
            <a:spLocks/>
          </p:cNvSpPr>
          <p:nvPr/>
        </p:nvSpPr>
        <p:spPr>
          <a:xfrm>
            <a:off x="2332808" y="4574400"/>
            <a:ext cx="1695600" cy="4272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dirty="0" smtClean="0">
                <a:solidFill>
                  <a:schemeClr val="accent5">
                    <a:lumMod val="10000"/>
                  </a:schemeClr>
                </a:solidFill>
                <a:latin typeface="Lilita One" charset="0"/>
              </a:rPr>
              <a:t>Administrateur</a:t>
            </a: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10000"/>
                </a:schemeClr>
              </a:solidFill>
              <a:effectLst/>
              <a:uLnTx/>
              <a:uFillTx/>
              <a:latin typeface="Lilita One" charset="0"/>
              <a:sym typeface="Arial"/>
            </a:endParaRPr>
          </a:p>
        </p:txBody>
      </p:sp>
      <p:sp>
        <p:nvSpPr>
          <p:cNvPr id="71" name="Google Shape;3199;p58"/>
          <p:cNvSpPr txBox="1">
            <a:spLocks/>
          </p:cNvSpPr>
          <p:nvPr/>
        </p:nvSpPr>
        <p:spPr>
          <a:xfrm>
            <a:off x="4867208" y="4574400"/>
            <a:ext cx="1695600" cy="4272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fr-FR" dirty="0" smtClean="0">
                <a:solidFill>
                  <a:schemeClr val="accent5">
                    <a:lumMod val="10000"/>
                  </a:schemeClr>
                </a:solidFill>
                <a:latin typeface="Lilita One" charset="0"/>
              </a:rPr>
              <a:t>Utilisateur</a:t>
            </a: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10000"/>
                </a:schemeClr>
              </a:solidFill>
              <a:effectLst/>
              <a:uLnTx/>
              <a:uFillTx/>
              <a:latin typeface="Lilita One" charset="0"/>
              <a:sym typeface="Arial"/>
            </a:endParaRPr>
          </a:p>
        </p:txBody>
      </p:sp>
      <p:grpSp>
        <p:nvGrpSpPr>
          <p:cNvPr id="2" name="Google Shape;3207;p58"/>
          <p:cNvGrpSpPr/>
          <p:nvPr/>
        </p:nvGrpSpPr>
        <p:grpSpPr>
          <a:xfrm>
            <a:off x="5983922" y="2212564"/>
            <a:ext cx="659781" cy="909707"/>
            <a:chOff x="1475763" y="1500948"/>
            <a:chExt cx="659781" cy="682280"/>
          </a:xfrm>
        </p:grpSpPr>
        <p:sp>
          <p:nvSpPr>
            <p:cNvPr id="73" name="Google Shape;3208;p58"/>
            <p:cNvSpPr/>
            <p:nvPr/>
          </p:nvSpPr>
          <p:spPr>
            <a:xfrm>
              <a:off x="1475763" y="1542741"/>
              <a:ext cx="659781" cy="640487"/>
            </a:xfrm>
            <a:custGeom>
              <a:avLst/>
              <a:gdLst/>
              <a:ahLst/>
              <a:cxnLst/>
              <a:rect l="l" t="t" r="r" b="b"/>
              <a:pathLst>
                <a:path w="20586" h="19984" extrusionOk="0">
                  <a:moveTo>
                    <a:pt x="18563" y="0"/>
                  </a:moveTo>
                  <a:lnTo>
                    <a:pt x="0" y="1788"/>
                  </a:lnTo>
                  <a:lnTo>
                    <a:pt x="251" y="3191"/>
                  </a:lnTo>
                  <a:lnTo>
                    <a:pt x="802" y="2991"/>
                  </a:lnTo>
                  <a:cubicBezTo>
                    <a:pt x="814" y="2990"/>
                    <a:pt x="827" y="2990"/>
                    <a:pt x="839" y="2990"/>
                  </a:cubicBezTo>
                  <a:cubicBezTo>
                    <a:pt x="1181" y="2990"/>
                    <a:pt x="1338" y="3221"/>
                    <a:pt x="1387" y="3576"/>
                  </a:cubicBezTo>
                  <a:cubicBezTo>
                    <a:pt x="1387" y="3576"/>
                    <a:pt x="1387" y="3592"/>
                    <a:pt x="1404" y="3592"/>
                  </a:cubicBezTo>
                  <a:cubicBezTo>
                    <a:pt x="1437" y="3960"/>
                    <a:pt x="1354" y="4311"/>
                    <a:pt x="986" y="4378"/>
                  </a:cubicBezTo>
                  <a:lnTo>
                    <a:pt x="284" y="4344"/>
                  </a:lnTo>
                  <a:lnTo>
                    <a:pt x="435" y="5614"/>
                  </a:lnTo>
                  <a:cubicBezTo>
                    <a:pt x="435" y="5614"/>
                    <a:pt x="652" y="5564"/>
                    <a:pt x="909" y="5564"/>
                  </a:cubicBezTo>
                  <a:cubicBezTo>
                    <a:pt x="1264" y="5564"/>
                    <a:pt x="1692" y="5660"/>
                    <a:pt x="1721" y="6115"/>
                  </a:cubicBezTo>
                  <a:cubicBezTo>
                    <a:pt x="1721" y="6115"/>
                    <a:pt x="1676" y="6757"/>
                    <a:pt x="741" y="6757"/>
                  </a:cubicBezTo>
                  <a:cubicBezTo>
                    <a:pt x="686" y="6757"/>
                    <a:pt x="629" y="6755"/>
                    <a:pt x="568" y="6750"/>
                  </a:cubicBezTo>
                  <a:lnTo>
                    <a:pt x="568" y="6750"/>
                  </a:lnTo>
                  <a:lnTo>
                    <a:pt x="685" y="7820"/>
                  </a:lnTo>
                  <a:cubicBezTo>
                    <a:pt x="685" y="7820"/>
                    <a:pt x="937" y="7751"/>
                    <a:pt x="1218" y="7751"/>
                  </a:cubicBezTo>
                  <a:cubicBezTo>
                    <a:pt x="1556" y="7751"/>
                    <a:pt x="1935" y="7850"/>
                    <a:pt x="1972" y="8288"/>
                  </a:cubicBezTo>
                  <a:cubicBezTo>
                    <a:pt x="2039" y="8973"/>
                    <a:pt x="1320" y="9023"/>
                    <a:pt x="819" y="9056"/>
                  </a:cubicBezTo>
                  <a:lnTo>
                    <a:pt x="953" y="10159"/>
                  </a:lnTo>
                  <a:cubicBezTo>
                    <a:pt x="953" y="10159"/>
                    <a:pt x="1124" y="10124"/>
                    <a:pt x="1338" y="10124"/>
                  </a:cubicBezTo>
                  <a:cubicBezTo>
                    <a:pt x="1693" y="10124"/>
                    <a:pt x="2166" y="10222"/>
                    <a:pt x="2156" y="10744"/>
                  </a:cubicBezTo>
                  <a:cubicBezTo>
                    <a:pt x="2144" y="11340"/>
                    <a:pt x="1603" y="11426"/>
                    <a:pt x="1295" y="11426"/>
                  </a:cubicBezTo>
                  <a:cubicBezTo>
                    <a:pt x="1172" y="11426"/>
                    <a:pt x="1086" y="11412"/>
                    <a:pt x="1086" y="11412"/>
                  </a:cubicBezTo>
                  <a:lnTo>
                    <a:pt x="1086" y="11412"/>
                  </a:lnTo>
                  <a:lnTo>
                    <a:pt x="1253" y="12832"/>
                  </a:lnTo>
                  <a:cubicBezTo>
                    <a:pt x="1253" y="12832"/>
                    <a:pt x="1576" y="12693"/>
                    <a:pt x="1891" y="12693"/>
                  </a:cubicBezTo>
                  <a:cubicBezTo>
                    <a:pt x="2162" y="12693"/>
                    <a:pt x="2427" y="12796"/>
                    <a:pt x="2473" y="13183"/>
                  </a:cubicBezTo>
                  <a:cubicBezTo>
                    <a:pt x="2546" y="13805"/>
                    <a:pt x="2076" y="13938"/>
                    <a:pt x="1706" y="13938"/>
                  </a:cubicBezTo>
                  <a:cubicBezTo>
                    <a:pt x="1570" y="13938"/>
                    <a:pt x="1447" y="13920"/>
                    <a:pt x="1370" y="13902"/>
                  </a:cubicBezTo>
                  <a:lnTo>
                    <a:pt x="1370" y="13902"/>
                  </a:lnTo>
                  <a:lnTo>
                    <a:pt x="1487" y="14988"/>
                  </a:lnTo>
                  <a:cubicBezTo>
                    <a:pt x="1487" y="14988"/>
                    <a:pt x="1753" y="14872"/>
                    <a:pt x="2035" y="14872"/>
                  </a:cubicBezTo>
                  <a:cubicBezTo>
                    <a:pt x="2340" y="14872"/>
                    <a:pt x="2664" y="15008"/>
                    <a:pt x="2690" y="15572"/>
                  </a:cubicBezTo>
                  <a:cubicBezTo>
                    <a:pt x="2718" y="16023"/>
                    <a:pt x="2386" y="16125"/>
                    <a:pt x="2082" y="16125"/>
                  </a:cubicBezTo>
                  <a:cubicBezTo>
                    <a:pt x="1834" y="16125"/>
                    <a:pt x="1604" y="16057"/>
                    <a:pt x="1604" y="16057"/>
                  </a:cubicBezTo>
                  <a:lnTo>
                    <a:pt x="1604" y="16057"/>
                  </a:lnTo>
                  <a:lnTo>
                    <a:pt x="1771" y="17561"/>
                  </a:lnTo>
                  <a:cubicBezTo>
                    <a:pt x="1771" y="17561"/>
                    <a:pt x="2105" y="17418"/>
                    <a:pt x="2427" y="17418"/>
                  </a:cubicBezTo>
                  <a:cubicBezTo>
                    <a:pt x="2699" y="17418"/>
                    <a:pt x="2962" y="17520"/>
                    <a:pt x="3008" y="17895"/>
                  </a:cubicBezTo>
                  <a:cubicBezTo>
                    <a:pt x="3044" y="18312"/>
                    <a:pt x="2685" y="18567"/>
                    <a:pt x="2292" y="18567"/>
                  </a:cubicBezTo>
                  <a:cubicBezTo>
                    <a:pt x="2151" y="18567"/>
                    <a:pt x="2005" y="18534"/>
                    <a:pt x="1871" y="18463"/>
                  </a:cubicBezTo>
                  <a:lnTo>
                    <a:pt x="1871" y="18463"/>
                  </a:lnTo>
                  <a:lnTo>
                    <a:pt x="2055" y="19984"/>
                  </a:lnTo>
                  <a:lnTo>
                    <a:pt x="20585" y="18012"/>
                  </a:lnTo>
                  <a:lnTo>
                    <a:pt x="1856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209;p58"/>
            <p:cNvSpPr/>
            <p:nvPr/>
          </p:nvSpPr>
          <p:spPr>
            <a:xfrm>
              <a:off x="1631045" y="1500948"/>
              <a:ext cx="359889" cy="110348"/>
            </a:xfrm>
            <a:custGeom>
              <a:avLst/>
              <a:gdLst/>
              <a:ahLst/>
              <a:cxnLst/>
              <a:rect l="l" t="t" r="r" b="b"/>
              <a:pathLst>
                <a:path w="11229" h="3443" extrusionOk="0">
                  <a:moveTo>
                    <a:pt x="11112" y="1"/>
                  </a:moveTo>
                  <a:lnTo>
                    <a:pt x="1" y="402"/>
                  </a:lnTo>
                  <a:lnTo>
                    <a:pt x="118" y="3443"/>
                  </a:lnTo>
                  <a:lnTo>
                    <a:pt x="11229" y="3042"/>
                  </a:lnTo>
                  <a:lnTo>
                    <a:pt x="1111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10;p58"/>
            <p:cNvSpPr/>
            <p:nvPr/>
          </p:nvSpPr>
          <p:spPr>
            <a:xfrm>
              <a:off x="1624091" y="1694401"/>
              <a:ext cx="373799" cy="23877"/>
            </a:xfrm>
            <a:custGeom>
              <a:avLst/>
              <a:gdLst/>
              <a:ahLst/>
              <a:cxnLst/>
              <a:rect l="l" t="t" r="r" b="b"/>
              <a:pathLst>
                <a:path w="11663" h="745" extrusionOk="0">
                  <a:moveTo>
                    <a:pt x="11429" y="1"/>
                  </a:moveTo>
                  <a:cubicBezTo>
                    <a:pt x="11350" y="1"/>
                    <a:pt x="11270" y="5"/>
                    <a:pt x="11195" y="13"/>
                  </a:cubicBezTo>
                  <a:cubicBezTo>
                    <a:pt x="10878" y="30"/>
                    <a:pt x="10460" y="47"/>
                    <a:pt x="9942" y="63"/>
                  </a:cubicBezTo>
                  <a:cubicBezTo>
                    <a:pt x="8889" y="114"/>
                    <a:pt x="7436" y="197"/>
                    <a:pt x="5832" y="297"/>
                  </a:cubicBezTo>
                  <a:cubicBezTo>
                    <a:pt x="4211" y="398"/>
                    <a:pt x="2757" y="498"/>
                    <a:pt x="1705" y="581"/>
                  </a:cubicBezTo>
                  <a:lnTo>
                    <a:pt x="468" y="682"/>
                  </a:lnTo>
                  <a:cubicBezTo>
                    <a:pt x="301" y="682"/>
                    <a:pt x="151" y="698"/>
                    <a:pt x="0" y="732"/>
                  </a:cubicBezTo>
                  <a:cubicBezTo>
                    <a:pt x="76" y="740"/>
                    <a:pt x="155" y="744"/>
                    <a:pt x="234" y="744"/>
                  </a:cubicBezTo>
                  <a:cubicBezTo>
                    <a:pt x="314" y="744"/>
                    <a:pt x="393" y="740"/>
                    <a:pt x="468" y="732"/>
                  </a:cubicBezTo>
                  <a:lnTo>
                    <a:pt x="1721" y="682"/>
                  </a:lnTo>
                  <a:cubicBezTo>
                    <a:pt x="2774" y="632"/>
                    <a:pt x="4228" y="548"/>
                    <a:pt x="5832" y="448"/>
                  </a:cubicBezTo>
                  <a:cubicBezTo>
                    <a:pt x="7452" y="348"/>
                    <a:pt x="8906" y="247"/>
                    <a:pt x="9959" y="164"/>
                  </a:cubicBezTo>
                  <a:lnTo>
                    <a:pt x="11195" y="63"/>
                  </a:lnTo>
                  <a:cubicBezTo>
                    <a:pt x="11362" y="63"/>
                    <a:pt x="11513" y="47"/>
                    <a:pt x="11663" y="13"/>
                  </a:cubicBezTo>
                  <a:cubicBezTo>
                    <a:pt x="11588" y="5"/>
                    <a:pt x="11508" y="1"/>
                    <a:pt x="11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211;p58"/>
            <p:cNvSpPr/>
            <p:nvPr/>
          </p:nvSpPr>
          <p:spPr>
            <a:xfrm>
              <a:off x="1638545" y="1766706"/>
              <a:ext cx="373286" cy="23845"/>
            </a:xfrm>
            <a:custGeom>
              <a:avLst/>
              <a:gdLst/>
              <a:ahLst/>
              <a:cxnLst/>
              <a:rect l="l" t="t" r="r" b="b"/>
              <a:pathLst>
                <a:path w="11647" h="744" extrusionOk="0">
                  <a:moveTo>
                    <a:pt x="11421" y="0"/>
                  </a:moveTo>
                  <a:cubicBezTo>
                    <a:pt x="11346" y="0"/>
                    <a:pt x="11270" y="5"/>
                    <a:pt x="11195" y="13"/>
                  </a:cubicBezTo>
                  <a:lnTo>
                    <a:pt x="9942" y="63"/>
                  </a:lnTo>
                  <a:cubicBezTo>
                    <a:pt x="8889" y="113"/>
                    <a:pt x="7436" y="197"/>
                    <a:pt x="5815" y="297"/>
                  </a:cubicBezTo>
                  <a:cubicBezTo>
                    <a:pt x="4211" y="397"/>
                    <a:pt x="2757" y="498"/>
                    <a:pt x="1705" y="581"/>
                  </a:cubicBezTo>
                  <a:lnTo>
                    <a:pt x="452" y="681"/>
                  </a:lnTo>
                  <a:cubicBezTo>
                    <a:pt x="301" y="681"/>
                    <a:pt x="151" y="698"/>
                    <a:pt x="1" y="731"/>
                  </a:cubicBezTo>
                  <a:cubicBezTo>
                    <a:pt x="76" y="740"/>
                    <a:pt x="151" y="744"/>
                    <a:pt x="226" y="744"/>
                  </a:cubicBezTo>
                  <a:cubicBezTo>
                    <a:pt x="301" y="744"/>
                    <a:pt x="376" y="740"/>
                    <a:pt x="452" y="731"/>
                  </a:cubicBezTo>
                  <a:lnTo>
                    <a:pt x="1705" y="681"/>
                  </a:lnTo>
                  <a:cubicBezTo>
                    <a:pt x="2757" y="631"/>
                    <a:pt x="4211" y="548"/>
                    <a:pt x="5832" y="447"/>
                  </a:cubicBezTo>
                  <a:cubicBezTo>
                    <a:pt x="7436" y="347"/>
                    <a:pt x="8889" y="247"/>
                    <a:pt x="9942" y="163"/>
                  </a:cubicBezTo>
                  <a:lnTo>
                    <a:pt x="11195" y="63"/>
                  </a:lnTo>
                  <a:cubicBezTo>
                    <a:pt x="11346" y="63"/>
                    <a:pt x="11496" y="46"/>
                    <a:pt x="11646" y="13"/>
                  </a:cubicBezTo>
                  <a:cubicBezTo>
                    <a:pt x="11571" y="5"/>
                    <a:pt x="11496" y="0"/>
                    <a:pt x="1142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212;p58"/>
            <p:cNvSpPr/>
            <p:nvPr/>
          </p:nvSpPr>
          <p:spPr>
            <a:xfrm>
              <a:off x="1643353" y="1841126"/>
              <a:ext cx="373831" cy="23877"/>
            </a:xfrm>
            <a:custGeom>
              <a:avLst/>
              <a:gdLst/>
              <a:ahLst/>
              <a:cxnLst/>
              <a:rect l="l" t="t" r="r" b="b"/>
              <a:pathLst>
                <a:path w="11664" h="745" extrusionOk="0">
                  <a:moveTo>
                    <a:pt x="11436" y="1"/>
                  </a:moveTo>
                  <a:cubicBezTo>
                    <a:pt x="11359" y="1"/>
                    <a:pt x="11279" y="5"/>
                    <a:pt x="11196" y="13"/>
                  </a:cubicBezTo>
                  <a:lnTo>
                    <a:pt x="9959" y="64"/>
                  </a:lnTo>
                  <a:cubicBezTo>
                    <a:pt x="8890" y="114"/>
                    <a:pt x="7436" y="197"/>
                    <a:pt x="5832" y="298"/>
                  </a:cubicBezTo>
                  <a:cubicBezTo>
                    <a:pt x="4228" y="398"/>
                    <a:pt x="2758" y="498"/>
                    <a:pt x="1705" y="565"/>
                  </a:cubicBezTo>
                  <a:lnTo>
                    <a:pt x="469" y="665"/>
                  </a:lnTo>
                  <a:cubicBezTo>
                    <a:pt x="318" y="682"/>
                    <a:pt x="151" y="699"/>
                    <a:pt x="1" y="732"/>
                  </a:cubicBezTo>
                  <a:cubicBezTo>
                    <a:pt x="84" y="740"/>
                    <a:pt x="164" y="744"/>
                    <a:pt x="241" y="744"/>
                  </a:cubicBezTo>
                  <a:cubicBezTo>
                    <a:pt x="318" y="744"/>
                    <a:pt x="394" y="740"/>
                    <a:pt x="469" y="732"/>
                  </a:cubicBezTo>
                  <a:lnTo>
                    <a:pt x="1722" y="682"/>
                  </a:lnTo>
                  <a:cubicBezTo>
                    <a:pt x="2775" y="615"/>
                    <a:pt x="4228" y="548"/>
                    <a:pt x="5832" y="448"/>
                  </a:cubicBezTo>
                  <a:cubicBezTo>
                    <a:pt x="7453" y="348"/>
                    <a:pt x="8907" y="247"/>
                    <a:pt x="9959" y="164"/>
                  </a:cubicBezTo>
                  <a:lnTo>
                    <a:pt x="11212" y="64"/>
                  </a:lnTo>
                  <a:cubicBezTo>
                    <a:pt x="11363" y="64"/>
                    <a:pt x="11513" y="30"/>
                    <a:pt x="11663" y="13"/>
                  </a:cubicBezTo>
                  <a:cubicBezTo>
                    <a:pt x="11588" y="5"/>
                    <a:pt x="11513" y="1"/>
                    <a:pt x="1143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213;p58"/>
            <p:cNvSpPr/>
            <p:nvPr/>
          </p:nvSpPr>
          <p:spPr>
            <a:xfrm>
              <a:off x="1652455" y="1915450"/>
              <a:ext cx="373831" cy="23461"/>
            </a:xfrm>
            <a:custGeom>
              <a:avLst/>
              <a:gdLst/>
              <a:ahLst/>
              <a:cxnLst/>
              <a:rect l="l" t="t" r="r" b="b"/>
              <a:pathLst>
                <a:path w="11664" h="732" extrusionOk="0">
                  <a:moveTo>
                    <a:pt x="11196" y="0"/>
                  </a:moveTo>
                  <a:lnTo>
                    <a:pt x="9943" y="67"/>
                  </a:lnTo>
                  <a:cubicBezTo>
                    <a:pt x="8890" y="117"/>
                    <a:pt x="7436" y="201"/>
                    <a:pt x="5832" y="301"/>
                  </a:cubicBezTo>
                  <a:cubicBezTo>
                    <a:pt x="4212" y="401"/>
                    <a:pt x="2758" y="485"/>
                    <a:pt x="1705" y="568"/>
                  </a:cubicBezTo>
                  <a:lnTo>
                    <a:pt x="469" y="669"/>
                  </a:lnTo>
                  <a:cubicBezTo>
                    <a:pt x="302" y="669"/>
                    <a:pt x="151" y="702"/>
                    <a:pt x="1" y="719"/>
                  </a:cubicBezTo>
                  <a:cubicBezTo>
                    <a:pt x="76" y="727"/>
                    <a:pt x="156" y="731"/>
                    <a:pt x="235" y="731"/>
                  </a:cubicBezTo>
                  <a:cubicBezTo>
                    <a:pt x="314" y="731"/>
                    <a:pt x="394" y="727"/>
                    <a:pt x="469" y="719"/>
                  </a:cubicBezTo>
                  <a:lnTo>
                    <a:pt x="1722" y="669"/>
                  </a:lnTo>
                  <a:cubicBezTo>
                    <a:pt x="2775" y="618"/>
                    <a:pt x="4228" y="535"/>
                    <a:pt x="5832" y="435"/>
                  </a:cubicBezTo>
                  <a:cubicBezTo>
                    <a:pt x="7453" y="334"/>
                    <a:pt x="8907" y="234"/>
                    <a:pt x="9959" y="167"/>
                  </a:cubicBezTo>
                  <a:lnTo>
                    <a:pt x="11212" y="67"/>
                  </a:lnTo>
                  <a:cubicBezTo>
                    <a:pt x="11363" y="50"/>
                    <a:pt x="11513" y="34"/>
                    <a:pt x="116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214;p58"/>
            <p:cNvSpPr/>
            <p:nvPr/>
          </p:nvSpPr>
          <p:spPr>
            <a:xfrm>
              <a:off x="1673351" y="1995351"/>
              <a:ext cx="373286" cy="23877"/>
            </a:xfrm>
            <a:custGeom>
              <a:avLst/>
              <a:gdLst/>
              <a:ahLst/>
              <a:cxnLst/>
              <a:rect l="l" t="t" r="r" b="b"/>
              <a:pathLst>
                <a:path w="11647" h="745" extrusionOk="0">
                  <a:moveTo>
                    <a:pt x="11421" y="1"/>
                  </a:moveTo>
                  <a:cubicBezTo>
                    <a:pt x="11346" y="1"/>
                    <a:pt x="11271" y="5"/>
                    <a:pt x="11195" y="14"/>
                  </a:cubicBezTo>
                  <a:lnTo>
                    <a:pt x="9942" y="64"/>
                  </a:lnTo>
                  <a:cubicBezTo>
                    <a:pt x="8890" y="114"/>
                    <a:pt x="7436" y="197"/>
                    <a:pt x="5815" y="298"/>
                  </a:cubicBezTo>
                  <a:cubicBezTo>
                    <a:pt x="4211" y="398"/>
                    <a:pt x="2757" y="498"/>
                    <a:pt x="1705" y="582"/>
                  </a:cubicBezTo>
                  <a:lnTo>
                    <a:pt x="452" y="682"/>
                  </a:lnTo>
                  <a:cubicBezTo>
                    <a:pt x="301" y="682"/>
                    <a:pt x="151" y="699"/>
                    <a:pt x="1" y="732"/>
                  </a:cubicBezTo>
                  <a:cubicBezTo>
                    <a:pt x="76" y="740"/>
                    <a:pt x="151" y="745"/>
                    <a:pt x="226" y="745"/>
                  </a:cubicBezTo>
                  <a:cubicBezTo>
                    <a:pt x="301" y="745"/>
                    <a:pt x="377" y="740"/>
                    <a:pt x="452" y="732"/>
                  </a:cubicBezTo>
                  <a:lnTo>
                    <a:pt x="1705" y="682"/>
                  </a:lnTo>
                  <a:cubicBezTo>
                    <a:pt x="2757" y="632"/>
                    <a:pt x="4228" y="548"/>
                    <a:pt x="5832" y="448"/>
                  </a:cubicBezTo>
                  <a:cubicBezTo>
                    <a:pt x="7436" y="348"/>
                    <a:pt x="8890" y="247"/>
                    <a:pt x="9942" y="164"/>
                  </a:cubicBezTo>
                  <a:lnTo>
                    <a:pt x="11195" y="64"/>
                  </a:lnTo>
                  <a:cubicBezTo>
                    <a:pt x="11346" y="64"/>
                    <a:pt x="11496" y="47"/>
                    <a:pt x="11646" y="14"/>
                  </a:cubicBezTo>
                  <a:cubicBezTo>
                    <a:pt x="11571" y="5"/>
                    <a:pt x="11496" y="1"/>
                    <a:pt x="1142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3215;p58"/>
          <p:cNvSpPr/>
          <p:nvPr/>
        </p:nvSpPr>
        <p:spPr>
          <a:xfrm>
            <a:off x="3485324" y="2285992"/>
            <a:ext cx="515172" cy="686939"/>
          </a:xfrm>
          <a:custGeom>
            <a:avLst/>
            <a:gdLst/>
            <a:ahLst/>
            <a:cxnLst/>
            <a:rect l="l" t="t" r="r" b="b"/>
            <a:pathLst>
              <a:path w="16074" h="16075" extrusionOk="0">
                <a:moveTo>
                  <a:pt x="2657" y="3994"/>
                </a:moveTo>
                <a:cubicBezTo>
                  <a:pt x="3008" y="3526"/>
                  <a:pt x="3425" y="3092"/>
                  <a:pt x="3893" y="2724"/>
                </a:cubicBezTo>
                <a:lnTo>
                  <a:pt x="3592" y="1103"/>
                </a:lnTo>
                <a:lnTo>
                  <a:pt x="6115" y="34"/>
                </a:lnTo>
                <a:lnTo>
                  <a:pt x="7085" y="1371"/>
                </a:lnTo>
                <a:cubicBezTo>
                  <a:pt x="7669" y="1287"/>
                  <a:pt x="8271" y="1270"/>
                  <a:pt x="8856" y="1354"/>
                </a:cubicBezTo>
                <a:lnTo>
                  <a:pt x="9808" y="1"/>
                </a:lnTo>
                <a:lnTo>
                  <a:pt x="12331" y="1020"/>
                </a:lnTo>
                <a:lnTo>
                  <a:pt x="12080" y="2641"/>
                </a:lnTo>
                <a:cubicBezTo>
                  <a:pt x="12548" y="2991"/>
                  <a:pt x="12983" y="3426"/>
                  <a:pt x="13350" y="3894"/>
                </a:cubicBezTo>
                <a:lnTo>
                  <a:pt x="14971" y="3593"/>
                </a:lnTo>
                <a:lnTo>
                  <a:pt x="16040" y="6099"/>
                </a:lnTo>
                <a:lnTo>
                  <a:pt x="14704" y="7068"/>
                </a:lnTo>
                <a:cubicBezTo>
                  <a:pt x="14787" y="7670"/>
                  <a:pt x="14804" y="8255"/>
                  <a:pt x="14720" y="8856"/>
                </a:cubicBezTo>
                <a:lnTo>
                  <a:pt x="16074" y="9792"/>
                </a:lnTo>
                <a:lnTo>
                  <a:pt x="15055" y="12331"/>
                </a:lnTo>
                <a:lnTo>
                  <a:pt x="13434" y="12064"/>
                </a:lnTo>
                <a:cubicBezTo>
                  <a:pt x="13083" y="12549"/>
                  <a:pt x="12649" y="12966"/>
                  <a:pt x="12181" y="13334"/>
                </a:cubicBezTo>
                <a:lnTo>
                  <a:pt x="12481" y="14971"/>
                </a:lnTo>
                <a:lnTo>
                  <a:pt x="9975" y="16041"/>
                </a:lnTo>
                <a:lnTo>
                  <a:pt x="9006" y="14704"/>
                </a:lnTo>
                <a:cubicBezTo>
                  <a:pt x="8405" y="14788"/>
                  <a:pt x="7820" y="14788"/>
                  <a:pt x="7218" y="14721"/>
                </a:cubicBezTo>
                <a:lnTo>
                  <a:pt x="6283" y="16074"/>
                </a:lnTo>
                <a:lnTo>
                  <a:pt x="3743" y="15055"/>
                </a:lnTo>
                <a:lnTo>
                  <a:pt x="4010" y="13418"/>
                </a:lnTo>
                <a:cubicBezTo>
                  <a:pt x="3526" y="13067"/>
                  <a:pt x="3108" y="12649"/>
                  <a:pt x="2740" y="12181"/>
                </a:cubicBezTo>
                <a:lnTo>
                  <a:pt x="1103" y="12482"/>
                </a:lnTo>
                <a:lnTo>
                  <a:pt x="34" y="9959"/>
                </a:lnTo>
                <a:lnTo>
                  <a:pt x="1387" y="8990"/>
                </a:lnTo>
                <a:cubicBezTo>
                  <a:pt x="1287" y="8405"/>
                  <a:pt x="1287" y="7803"/>
                  <a:pt x="1354" y="7219"/>
                </a:cubicBezTo>
                <a:lnTo>
                  <a:pt x="0" y="6266"/>
                </a:lnTo>
                <a:lnTo>
                  <a:pt x="1019" y="3743"/>
                </a:lnTo>
                <a:close/>
                <a:moveTo>
                  <a:pt x="5364" y="6818"/>
                </a:moveTo>
                <a:cubicBezTo>
                  <a:pt x="4395" y="9240"/>
                  <a:pt x="6834" y="11646"/>
                  <a:pt x="9240" y="10610"/>
                </a:cubicBezTo>
                <a:cubicBezTo>
                  <a:pt x="11646" y="9591"/>
                  <a:pt x="11596" y="6166"/>
                  <a:pt x="9173" y="5197"/>
                </a:cubicBezTo>
                <a:cubicBezTo>
                  <a:pt x="7686" y="4595"/>
                  <a:pt x="5965" y="5331"/>
                  <a:pt x="5364" y="681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3219;p58"/>
          <p:cNvGrpSpPr/>
          <p:nvPr/>
        </p:nvGrpSpPr>
        <p:grpSpPr>
          <a:xfrm>
            <a:off x="5023920" y="2301993"/>
            <a:ext cx="1174857" cy="1890352"/>
            <a:chOff x="3916200" y="1687420"/>
            <a:chExt cx="1174857" cy="1417764"/>
          </a:xfrm>
        </p:grpSpPr>
        <p:sp>
          <p:nvSpPr>
            <p:cNvPr id="82" name="Google Shape;3220;p58"/>
            <p:cNvSpPr/>
            <p:nvPr/>
          </p:nvSpPr>
          <p:spPr>
            <a:xfrm>
              <a:off x="4986285" y="2082724"/>
              <a:ext cx="39646" cy="209960"/>
            </a:xfrm>
            <a:custGeom>
              <a:avLst/>
              <a:gdLst/>
              <a:ahLst/>
              <a:cxnLst/>
              <a:rect l="l" t="t" r="r" b="b"/>
              <a:pathLst>
                <a:path w="1237" h="6551" extrusionOk="0">
                  <a:moveTo>
                    <a:pt x="251" y="0"/>
                  </a:moveTo>
                  <a:lnTo>
                    <a:pt x="251" y="0"/>
                  </a:lnTo>
                  <a:cubicBezTo>
                    <a:pt x="435" y="284"/>
                    <a:pt x="602" y="568"/>
                    <a:pt x="735" y="886"/>
                  </a:cubicBezTo>
                  <a:cubicBezTo>
                    <a:pt x="1020" y="1638"/>
                    <a:pt x="1103" y="2456"/>
                    <a:pt x="986" y="3258"/>
                  </a:cubicBezTo>
                  <a:cubicBezTo>
                    <a:pt x="869" y="4060"/>
                    <a:pt x="652" y="4846"/>
                    <a:pt x="334" y="5598"/>
                  </a:cubicBezTo>
                  <a:cubicBezTo>
                    <a:pt x="234" y="5865"/>
                    <a:pt x="151" y="6099"/>
                    <a:pt x="84" y="6283"/>
                  </a:cubicBezTo>
                  <a:cubicBezTo>
                    <a:pt x="34" y="6366"/>
                    <a:pt x="17" y="6450"/>
                    <a:pt x="0" y="6550"/>
                  </a:cubicBezTo>
                  <a:cubicBezTo>
                    <a:pt x="50" y="6466"/>
                    <a:pt x="84" y="6383"/>
                    <a:pt x="117" y="6299"/>
                  </a:cubicBezTo>
                  <a:cubicBezTo>
                    <a:pt x="201" y="6149"/>
                    <a:pt x="301" y="5915"/>
                    <a:pt x="418" y="5631"/>
                  </a:cubicBezTo>
                  <a:cubicBezTo>
                    <a:pt x="752" y="4879"/>
                    <a:pt x="986" y="4077"/>
                    <a:pt x="1120" y="3275"/>
                  </a:cubicBezTo>
                  <a:cubicBezTo>
                    <a:pt x="1237" y="2456"/>
                    <a:pt x="1136" y="1604"/>
                    <a:pt x="819" y="836"/>
                  </a:cubicBezTo>
                  <a:cubicBezTo>
                    <a:pt x="719" y="618"/>
                    <a:pt x="585" y="401"/>
                    <a:pt x="435" y="201"/>
                  </a:cubicBezTo>
                  <a:cubicBezTo>
                    <a:pt x="385" y="117"/>
                    <a:pt x="318" y="50"/>
                    <a:pt x="25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21;p58"/>
            <p:cNvSpPr/>
            <p:nvPr/>
          </p:nvSpPr>
          <p:spPr>
            <a:xfrm>
              <a:off x="4124653" y="2692668"/>
              <a:ext cx="4295" cy="93201"/>
            </a:xfrm>
            <a:custGeom>
              <a:avLst/>
              <a:gdLst/>
              <a:ahLst/>
              <a:cxnLst/>
              <a:rect l="l" t="t" r="r" b="b"/>
              <a:pathLst>
                <a:path w="134" h="2908" extrusionOk="0">
                  <a:moveTo>
                    <a:pt x="67" y="0"/>
                  </a:moveTo>
                  <a:cubicBezTo>
                    <a:pt x="34" y="0"/>
                    <a:pt x="0" y="652"/>
                    <a:pt x="0" y="1454"/>
                  </a:cubicBezTo>
                  <a:cubicBezTo>
                    <a:pt x="0" y="2256"/>
                    <a:pt x="34" y="2908"/>
                    <a:pt x="67" y="2908"/>
                  </a:cubicBezTo>
                  <a:cubicBezTo>
                    <a:pt x="100" y="2908"/>
                    <a:pt x="134" y="2256"/>
                    <a:pt x="134" y="1454"/>
                  </a:cubicBezTo>
                  <a:cubicBezTo>
                    <a:pt x="134" y="652"/>
                    <a:pt x="100" y="0"/>
                    <a:pt x="6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222;p58"/>
            <p:cNvSpPr/>
            <p:nvPr/>
          </p:nvSpPr>
          <p:spPr>
            <a:xfrm>
              <a:off x="4124653" y="2506297"/>
              <a:ext cx="4295" cy="93233"/>
            </a:xfrm>
            <a:custGeom>
              <a:avLst/>
              <a:gdLst/>
              <a:ahLst/>
              <a:cxnLst/>
              <a:rect l="l" t="t" r="r" b="b"/>
              <a:pathLst>
                <a:path w="134" h="2909" extrusionOk="0">
                  <a:moveTo>
                    <a:pt x="67" y="1"/>
                  </a:moveTo>
                  <a:cubicBezTo>
                    <a:pt x="34" y="1"/>
                    <a:pt x="0" y="652"/>
                    <a:pt x="0" y="1454"/>
                  </a:cubicBezTo>
                  <a:cubicBezTo>
                    <a:pt x="0" y="2256"/>
                    <a:pt x="34" y="2908"/>
                    <a:pt x="67" y="2908"/>
                  </a:cubicBezTo>
                  <a:cubicBezTo>
                    <a:pt x="100" y="2908"/>
                    <a:pt x="134" y="2256"/>
                    <a:pt x="134" y="1454"/>
                  </a:cubicBezTo>
                  <a:cubicBezTo>
                    <a:pt x="134" y="652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223;p58"/>
            <p:cNvSpPr/>
            <p:nvPr/>
          </p:nvSpPr>
          <p:spPr>
            <a:xfrm>
              <a:off x="4716905" y="1872797"/>
              <a:ext cx="209415" cy="418797"/>
            </a:xfrm>
            <a:custGeom>
              <a:avLst/>
              <a:gdLst/>
              <a:ahLst/>
              <a:cxnLst/>
              <a:rect l="l" t="t" r="r" b="b"/>
              <a:pathLst>
                <a:path w="6534" h="13067" extrusionOk="0">
                  <a:moveTo>
                    <a:pt x="2357" y="1"/>
                  </a:moveTo>
                  <a:lnTo>
                    <a:pt x="1" y="5464"/>
                  </a:lnTo>
                  <a:lnTo>
                    <a:pt x="385" y="12415"/>
                  </a:lnTo>
                  <a:lnTo>
                    <a:pt x="5983" y="13067"/>
                  </a:lnTo>
                  <a:cubicBezTo>
                    <a:pt x="6534" y="12098"/>
                    <a:pt x="6166" y="10861"/>
                    <a:pt x="5615" y="9892"/>
                  </a:cubicBezTo>
                  <a:cubicBezTo>
                    <a:pt x="5064" y="8923"/>
                    <a:pt x="4345" y="8004"/>
                    <a:pt x="4145" y="6901"/>
                  </a:cubicBezTo>
                  <a:cubicBezTo>
                    <a:pt x="4011" y="6233"/>
                    <a:pt x="4094" y="5531"/>
                    <a:pt x="3944" y="4863"/>
                  </a:cubicBezTo>
                  <a:cubicBezTo>
                    <a:pt x="3777" y="4161"/>
                    <a:pt x="3343" y="3559"/>
                    <a:pt x="3042" y="2908"/>
                  </a:cubicBezTo>
                  <a:cubicBezTo>
                    <a:pt x="2524" y="1805"/>
                    <a:pt x="2440" y="1387"/>
                    <a:pt x="23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224;p58"/>
            <p:cNvSpPr/>
            <p:nvPr/>
          </p:nvSpPr>
          <p:spPr>
            <a:xfrm>
              <a:off x="4285288" y="1797287"/>
              <a:ext cx="392580" cy="581515"/>
            </a:xfrm>
            <a:custGeom>
              <a:avLst/>
              <a:gdLst/>
              <a:ahLst/>
              <a:cxnLst/>
              <a:rect l="l" t="t" r="r" b="b"/>
              <a:pathLst>
                <a:path w="12249" h="18144" extrusionOk="0">
                  <a:moveTo>
                    <a:pt x="4679" y="1"/>
                  </a:moveTo>
                  <a:lnTo>
                    <a:pt x="4679" y="1"/>
                  </a:lnTo>
                  <a:cubicBezTo>
                    <a:pt x="3961" y="1538"/>
                    <a:pt x="4963" y="3075"/>
                    <a:pt x="4245" y="4612"/>
                  </a:cubicBezTo>
                  <a:cubicBezTo>
                    <a:pt x="3860" y="5364"/>
                    <a:pt x="3543" y="6149"/>
                    <a:pt x="3326" y="6968"/>
                  </a:cubicBezTo>
                  <a:cubicBezTo>
                    <a:pt x="3159" y="7703"/>
                    <a:pt x="3125" y="8489"/>
                    <a:pt x="2825" y="9174"/>
                  </a:cubicBezTo>
                  <a:cubicBezTo>
                    <a:pt x="2340" y="10293"/>
                    <a:pt x="1254" y="11045"/>
                    <a:pt x="736" y="12131"/>
                  </a:cubicBezTo>
                  <a:cubicBezTo>
                    <a:pt x="1" y="13768"/>
                    <a:pt x="786" y="15807"/>
                    <a:pt x="2223" y="16893"/>
                  </a:cubicBezTo>
                  <a:cubicBezTo>
                    <a:pt x="3430" y="17802"/>
                    <a:pt x="4987" y="18143"/>
                    <a:pt x="6525" y="18143"/>
                  </a:cubicBezTo>
                  <a:cubicBezTo>
                    <a:pt x="6797" y="18143"/>
                    <a:pt x="7068" y="18133"/>
                    <a:pt x="7336" y="18113"/>
                  </a:cubicBezTo>
                  <a:cubicBezTo>
                    <a:pt x="8422" y="18029"/>
                    <a:pt x="9525" y="17829"/>
                    <a:pt x="10460" y="17261"/>
                  </a:cubicBezTo>
                  <a:cubicBezTo>
                    <a:pt x="11379" y="16709"/>
                    <a:pt x="12131" y="15757"/>
                    <a:pt x="12248" y="14687"/>
                  </a:cubicBezTo>
                  <a:lnTo>
                    <a:pt x="467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225;p58"/>
            <p:cNvSpPr/>
            <p:nvPr/>
          </p:nvSpPr>
          <p:spPr>
            <a:xfrm>
              <a:off x="4427205" y="1709470"/>
              <a:ext cx="624975" cy="780994"/>
            </a:xfrm>
            <a:custGeom>
              <a:avLst/>
              <a:gdLst/>
              <a:ahLst/>
              <a:cxnLst/>
              <a:rect l="l" t="t" r="r" b="b"/>
              <a:pathLst>
                <a:path w="19500" h="24368" extrusionOk="0">
                  <a:moveTo>
                    <a:pt x="8555" y="0"/>
                  </a:moveTo>
                  <a:lnTo>
                    <a:pt x="535" y="5213"/>
                  </a:lnTo>
                  <a:cubicBezTo>
                    <a:pt x="1" y="6416"/>
                    <a:pt x="318" y="9441"/>
                    <a:pt x="719" y="10711"/>
                  </a:cubicBezTo>
                  <a:cubicBezTo>
                    <a:pt x="1120" y="11964"/>
                    <a:pt x="2206" y="12515"/>
                    <a:pt x="1989" y="13818"/>
                  </a:cubicBezTo>
                  <a:cubicBezTo>
                    <a:pt x="1805" y="14871"/>
                    <a:pt x="1170" y="15790"/>
                    <a:pt x="886" y="16826"/>
                  </a:cubicBezTo>
                  <a:cubicBezTo>
                    <a:pt x="535" y="18179"/>
                    <a:pt x="752" y="19616"/>
                    <a:pt x="1471" y="20819"/>
                  </a:cubicBezTo>
                  <a:cubicBezTo>
                    <a:pt x="2189" y="22022"/>
                    <a:pt x="3309" y="22958"/>
                    <a:pt x="4629" y="23476"/>
                  </a:cubicBezTo>
                  <a:cubicBezTo>
                    <a:pt x="6233" y="24128"/>
                    <a:pt x="8037" y="24178"/>
                    <a:pt x="9775" y="24211"/>
                  </a:cubicBezTo>
                  <a:lnTo>
                    <a:pt x="16626" y="24361"/>
                  </a:lnTo>
                  <a:cubicBezTo>
                    <a:pt x="16717" y="24365"/>
                    <a:pt x="16810" y="24368"/>
                    <a:pt x="16904" y="24368"/>
                  </a:cubicBezTo>
                  <a:cubicBezTo>
                    <a:pt x="17254" y="24368"/>
                    <a:pt x="17609" y="24329"/>
                    <a:pt x="17912" y="24144"/>
                  </a:cubicBezTo>
                  <a:cubicBezTo>
                    <a:pt x="18397" y="23860"/>
                    <a:pt x="18580" y="23275"/>
                    <a:pt x="18731" y="22741"/>
                  </a:cubicBezTo>
                  <a:cubicBezTo>
                    <a:pt x="19115" y="21387"/>
                    <a:pt x="19499" y="20001"/>
                    <a:pt x="19433" y="18597"/>
                  </a:cubicBezTo>
                  <a:cubicBezTo>
                    <a:pt x="19366" y="17194"/>
                    <a:pt x="18764" y="15740"/>
                    <a:pt x="17561" y="14971"/>
                  </a:cubicBezTo>
                  <a:cubicBezTo>
                    <a:pt x="16926" y="14570"/>
                    <a:pt x="16108" y="14320"/>
                    <a:pt x="15757" y="13651"/>
                  </a:cubicBezTo>
                  <a:cubicBezTo>
                    <a:pt x="15473" y="13100"/>
                    <a:pt x="15606" y="12432"/>
                    <a:pt x="15473" y="11830"/>
                  </a:cubicBezTo>
                  <a:cubicBezTo>
                    <a:pt x="15306" y="11061"/>
                    <a:pt x="14687" y="10460"/>
                    <a:pt x="14052" y="9959"/>
                  </a:cubicBezTo>
                  <a:cubicBezTo>
                    <a:pt x="13418" y="9457"/>
                    <a:pt x="12916" y="9257"/>
                    <a:pt x="12900" y="8305"/>
                  </a:cubicBezTo>
                  <a:cubicBezTo>
                    <a:pt x="12883" y="7519"/>
                    <a:pt x="12164" y="1604"/>
                    <a:pt x="85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226;p58"/>
            <p:cNvSpPr/>
            <p:nvPr/>
          </p:nvSpPr>
          <p:spPr>
            <a:xfrm>
              <a:off x="4126800" y="2210155"/>
              <a:ext cx="947879" cy="895028"/>
            </a:xfrm>
            <a:custGeom>
              <a:avLst/>
              <a:gdLst/>
              <a:ahLst/>
              <a:cxnLst/>
              <a:rect l="l" t="t" r="r" b="b"/>
              <a:pathLst>
                <a:path w="29575" h="27926" extrusionOk="0">
                  <a:moveTo>
                    <a:pt x="11688" y="1"/>
                  </a:moveTo>
                  <a:cubicBezTo>
                    <a:pt x="11310" y="1"/>
                    <a:pt x="6716" y="77"/>
                    <a:pt x="4010" y="3760"/>
                  </a:cubicBezTo>
                  <a:cubicBezTo>
                    <a:pt x="3576" y="4362"/>
                    <a:pt x="0" y="10945"/>
                    <a:pt x="0" y="10945"/>
                  </a:cubicBezTo>
                  <a:lnTo>
                    <a:pt x="4879" y="15674"/>
                  </a:lnTo>
                  <a:lnTo>
                    <a:pt x="7168" y="12399"/>
                  </a:lnTo>
                  <a:lnTo>
                    <a:pt x="7987" y="19450"/>
                  </a:lnTo>
                  <a:lnTo>
                    <a:pt x="6249" y="25665"/>
                  </a:lnTo>
                  <a:cubicBezTo>
                    <a:pt x="8862" y="27173"/>
                    <a:pt x="11775" y="27925"/>
                    <a:pt x="14688" y="27925"/>
                  </a:cubicBezTo>
                  <a:cubicBezTo>
                    <a:pt x="17682" y="27925"/>
                    <a:pt x="20675" y="27132"/>
                    <a:pt x="23342" y="25548"/>
                  </a:cubicBezTo>
                  <a:cubicBezTo>
                    <a:pt x="22222" y="22674"/>
                    <a:pt x="20769" y="18915"/>
                    <a:pt x="20769" y="18915"/>
                  </a:cubicBezTo>
                  <a:lnTo>
                    <a:pt x="20919" y="13401"/>
                  </a:lnTo>
                  <a:lnTo>
                    <a:pt x="22055" y="17010"/>
                  </a:lnTo>
                  <a:lnTo>
                    <a:pt x="29574" y="16425"/>
                  </a:lnTo>
                  <a:cubicBezTo>
                    <a:pt x="27536" y="7052"/>
                    <a:pt x="25046" y="3242"/>
                    <a:pt x="25046" y="3242"/>
                  </a:cubicBezTo>
                  <a:cubicBezTo>
                    <a:pt x="22806" y="549"/>
                    <a:pt x="19553" y="382"/>
                    <a:pt x="18782" y="382"/>
                  </a:cubicBezTo>
                  <a:cubicBezTo>
                    <a:pt x="18673" y="382"/>
                    <a:pt x="18613" y="385"/>
                    <a:pt x="18613" y="385"/>
                  </a:cubicBezTo>
                  <a:lnTo>
                    <a:pt x="11713" y="1"/>
                  </a:lnTo>
                  <a:cubicBezTo>
                    <a:pt x="11713" y="1"/>
                    <a:pt x="11704" y="1"/>
                    <a:pt x="11688" y="1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227;p58"/>
            <p:cNvSpPr/>
            <p:nvPr/>
          </p:nvSpPr>
          <p:spPr>
            <a:xfrm>
              <a:off x="4260673" y="2329670"/>
              <a:ext cx="683338" cy="220504"/>
            </a:xfrm>
            <a:custGeom>
              <a:avLst/>
              <a:gdLst/>
              <a:ahLst/>
              <a:cxnLst/>
              <a:rect l="l" t="t" r="r" b="b"/>
              <a:pathLst>
                <a:path w="21321" h="6880" extrusionOk="0">
                  <a:moveTo>
                    <a:pt x="17472" y="2998"/>
                  </a:moveTo>
                  <a:cubicBezTo>
                    <a:pt x="17689" y="3089"/>
                    <a:pt x="17898" y="3203"/>
                    <a:pt x="18096" y="3340"/>
                  </a:cubicBezTo>
                  <a:cubicBezTo>
                    <a:pt x="18313" y="3507"/>
                    <a:pt x="18497" y="3707"/>
                    <a:pt x="18614" y="3958"/>
                  </a:cubicBezTo>
                  <a:cubicBezTo>
                    <a:pt x="18731" y="4192"/>
                    <a:pt x="18747" y="4459"/>
                    <a:pt x="18664" y="4710"/>
                  </a:cubicBezTo>
                  <a:cubicBezTo>
                    <a:pt x="18597" y="4944"/>
                    <a:pt x="18430" y="5144"/>
                    <a:pt x="18196" y="5244"/>
                  </a:cubicBezTo>
                  <a:cubicBezTo>
                    <a:pt x="18118" y="5274"/>
                    <a:pt x="18036" y="5289"/>
                    <a:pt x="17954" y="5289"/>
                  </a:cubicBezTo>
                  <a:cubicBezTo>
                    <a:pt x="17806" y="5289"/>
                    <a:pt x="17656" y="5241"/>
                    <a:pt x="17527" y="5144"/>
                  </a:cubicBezTo>
                  <a:cubicBezTo>
                    <a:pt x="17344" y="5010"/>
                    <a:pt x="17210" y="4810"/>
                    <a:pt x="17143" y="4593"/>
                  </a:cubicBezTo>
                  <a:cubicBezTo>
                    <a:pt x="17076" y="4376"/>
                    <a:pt x="17076" y="4142"/>
                    <a:pt x="17110" y="3924"/>
                  </a:cubicBezTo>
                  <a:cubicBezTo>
                    <a:pt x="17189" y="3595"/>
                    <a:pt x="17310" y="3286"/>
                    <a:pt x="17472" y="2998"/>
                  </a:cubicBezTo>
                  <a:close/>
                  <a:moveTo>
                    <a:pt x="6931" y="2918"/>
                  </a:moveTo>
                  <a:lnTo>
                    <a:pt x="6931" y="2918"/>
                  </a:lnTo>
                  <a:cubicBezTo>
                    <a:pt x="6937" y="2930"/>
                    <a:pt x="6944" y="2943"/>
                    <a:pt x="6951" y="2955"/>
                  </a:cubicBezTo>
                  <a:lnTo>
                    <a:pt x="7051" y="3122"/>
                  </a:lnTo>
                  <a:cubicBezTo>
                    <a:pt x="7085" y="3189"/>
                    <a:pt x="7101" y="3256"/>
                    <a:pt x="7118" y="3323"/>
                  </a:cubicBezTo>
                  <a:cubicBezTo>
                    <a:pt x="7168" y="3457"/>
                    <a:pt x="7235" y="3574"/>
                    <a:pt x="7268" y="3707"/>
                  </a:cubicBezTo>
                  <a:cubicBezTo>
                    <a:pt x="7369" y="3991"/>
                    <a:pt x="7402" y="4275"/>
                    <a:pt x="7369" y="4559"/>
                  </a:cubicBezTo>
                  <a:cubicBezTo>
                    <a:pt x="7369" y="4843"/>
                    <a:pt x="7218" y="5111"/>
                    <a:pt x="6984" y="5295"/>
                  </a:cubicBezTo>
                  <a:cubicBezTo>
                    <a:pt x="6887" y="5350"/>
                    <a:pt x="6768" y="5382"/>
                    <a:pt x="6653" y="5382"/>
                  </a:cubicBezTo>
                  <a:cubicBezTo>
                    <a:pt x="6630" y="5382"/>
                    <a:pt x="6606" y="5381"/>
                    <a:pt x="6583" y="5378"/>
                  </a:cubicBezTo>
                  <a:cubicBezTo>
                    <a:pt x="6433" y="5361"/>
                    <a:pt x="6299" y="5311"/>
                    <a:pt x="6182" y="5211"/>
                  </a:cubicBezTo>
                  <a:cubicBezTo>
                    <a:pt x="5664" y="4810"/>
                    <a:pt x="5614" y="4041"/>
                    <a:pt x="6065" y="3557"/>
                  </a:cubicBezTo>
                  <a:cubicBezTo>
                    <a:pt x="6294" y="3283"/>
                    <a:pt x="6596" y="3079"/>
                    <a:pt x="6931" y="2918"/>
                  </a:cubicBezTo>
                  <a:close/>
                  <a:moveTo>
                    <a:pt x="12392" y="4008"/>
                  </a:moveTo>
                  <a:lnTo>
                    <a:pt x="12392" y="4008"/>
                  </a:lnTo>
                  <a:cubicBezTo>
                    <a:pt x="12412" y="4052"/>
                    <a:pt x="12431" y="4096"/>
                    <a:pt x="12448" y="4142"/>
                  </a:cubicBezTo>
                  <a:cubicBezTo>
                    <a:pt x="12565" y="4493"/>
                    <a:pt x="12632" y="4877"/>
                    <a:pt x="12632" y="5244"/>
                  </a:cubicBezTo>
                  <a:cubicBezTo>
                    <a:pt x="12632" y="5629"/>
                    <a:pt x="12565" y="5996"/>
                    <a:pt x="12415" y="6347"/>
                  </a:cubicBezTo>
                  <a:cubicBezTo>
                    <a:pt x="12348" y="6514"/>
                    <a:pt x="12231" y="6648"/>
                    <a:pt x="12064" y="6715"/>
                  </a:cubicBezTo>
                  <a:cubicBezTo>
                    <a:pt x="11998" y="6744"/>
                    <a:pt x="11925" y="6757"/>
                    <a:pt x="11852" y="6757"/>
                  </a:cubicBezTo>
                  <a:cubicBezTo>
                    <a:pt x="11759" y="6757"/>
                    <a:pt x="11664" y="6736"/>
                    <a:pt x="11579" y="6698"/>
                  </a:cubicBezTo>
                  <a:cubicBezTo>
                    <a:pt x="11446" y="6614"/>
                    <a:pt x="11329" y="6498"/>
                    <a:pt x="11228" y="6364"/>
                  </a:cubicBezTo>
                  <a:cubicBezTo>
                    <a:pt x="11145" y="6213"/>
                    <a:pt x="11111" y="6063"/>
                    <a:pt x="11111" y="5896"/>
                  </a:cubicBezTo>
                  <a:cubicBezTo>
                    <a:pt x="11145" y="5562"/>
                    <a:pt x="11262" y="5244"/>
                    <a:pt x="11462" y="4977"/>
                  </a:cubicBezTo>
                  <a:cubicBezTo>
                    <a:pt x="11723" y="4614"/>
                    <a:pt x="12039" y="4289"/>
                    <a:pt x="12392" y="4008"/>
                  </a:cubicBezTo>
                  <a:close/>
                  <a:moveTo>
                    <a:pt x="2081" y="1"/>
                  </a:moveTo>
                  <a:cubicBezTo>
                    <a:pt x="1950" y="1"/>
                    <a:pt x="1819" y="5"/>
                    <a:pt x="1688" y="15"/>
                  </a:cubicBezTo>
                  <a:cubicBezTo>
                    <a:pt x="1253" y="48"/>
                    <a:pt x="836" y="132"/>
                    <a:pt x="418" y="265"/>
                  </a:cubicBezTo>
                  <a:lnTo>
                    <a:pt x="100" y="399"/>
                  </a:lnTo>
                  <a:cubicBezTo>
                    <a:pt x="34" y="416"/>
                    <a:pt x="0" y="449"/>
                    <a:pt x="0" y="449"/>
                  </a:cubicBezTo>
                  <a:cubicBezTo>
                    <a:pt x="0" y="449"/>
                    <a:pt x="34" y="432"/>
                    <a:pt x="117" y="399"/>
                  </a:cubicBezTo>
                  <a:lnTo>
                    <a:pt x="435" y="299"/>
                  </a:lnTo>
                  <a:cubicBezTo>
                    <a:pt x="836" y="165"/>
                    <a:pt x="1270" y="81"/>
                    <a:pt x="1704" y="65"/>
                  </a:cubicBezTo>
                  <a:cubicBezTo>
                    <a:pt x="1821" y="56"/>
                    <a:pt x="1937" y="52"/>
                    <a:pt x="2052" y="52"/>
                  </a:cubicBezTo>
                  <a:cubicBezTo>
                    <a:pt x="2616" y="52"/>
                    <a:pt x="3169" y="152"/>
                    <a:pt x="3709" y="332"/>
                  </a:cubicBezTo>
                  <a:cubicBezTo>
                    <a:pt x="4578" y="599"/>
                    <a:pt x="5364" y="1067"/>
                    <a:pt x="6015" y="1702"/>
                  </a:cubicBezTo>
                  <a:cubicBezTo>
                    <a:pt x="6347" y="2034"/>
                    <a:pt x="6638" y="2406"/>
                    <a:pt x="6876" y="2820"/>
                  </a:cubicBezTo>
                  <a:lnTo>
                    <a:pt x="6876" y="2820"/>
                  </a:lnTo>
                  <a:cubicBezTo>
                    <a:pt x="6537" y="2987"/>
                    <a:pt x="6227" y="3199"/>
                    <a:pt x="5982" y="3490"/>
                  </a:cubicBezTo>
                  <a:cubicBezTo>
                    <a:pt x="5865" y="3624"/>
                    <a:pt x="5781" y="3774"/>
                    <a:pt x="5715" y="3924"/>
                  </a:cubicBezTo>
                  <a:cubicBezTo>
                    <a:pt x="5648" y="4092"/>
                    <a:pt x="5631" y="4259"/>
                    <a:pt x="5648" y="4442"/>
                  </a:cubicBezTo>
                  <a:cubicBezTo>
                    <a:pt x="5681" y="4777"/>
                    <a:pt x="5848" y="5077"/>
                    <a:pt x="6116" y="5295"/>
                  </a:cubicBezTo>
                  <a:cubicBezTo>
                    <a:pt x="6232" y="5411"/>
                    <a:pt x="6400" y="5478"/>
                    <a:pt x="6567" y="5495"/>
                  </a:cubicBezTo>
                  <a:cubicBezTo>
                    <a:pt x="6588" y="5497"/>
                    <a:pt x="6610" y="5498"/>
                    <a:pt x="6631" y="5498"/>
                  </a:cubicBezTo>
                  <a:cubicBezTo>
                    <a:pt x="6776" y="5498"/>
                    <a:pt x="6918" y="5451"/>
                    <a:pt x="7035" y="5378"/>
                  </a:cubicBezTo>
                  <a:cubicBezTo>
                    <a:pt x="7302" y="5194"/>
                    <a:pt x="7469" y="4894"/>
                    <a:pt x="7469" y="4559"/>
                  </a:cubicBezTo>
                  <a:cubicBezTo>
                    <a:pt x="7502" y="4275"/>
                    <a:pt x="7469" y="3975"/>
                    <a:pt x="7369" y="3690"/>
                  </a:cubicBezTo>
                  <a:cubicBezTo>
                    <a:pt x="7319" y="3540"/>
                    <a:pt x="7268" y="3423"/>
                    <a:pt x="7218" y="3289"/>
                  </a:cubicBezTo>
                  <a:cubicBezTo>
                    <a:pt x="7185" y="3223"/>
                    <a:pt x="7168" y="3156"/>
                    <a:pt x="7135" y="3089"/>
                  </a:cubicBezTo>
                  <a:lnTo>
                    <a:pt x="7035" y="2905"/>
                  </a:lnTo>
                  <a:cubicBezTo>
                    <a:pt x="7029" y="2896"/>
                    <a:pt x="7024" y="2886"/>
                    <a:pt x="7019" y="2876"/>
                  </a:cubicBezTo>
                  <a:lnTo>
                    <a:pt x="7019" y="2876"/>
                  </a:lnTo>
                  <a:cubicBezTo>
                    <a:pt x="7271" y="2762"/>
                    <a:pt x="7538" y="2669"/>
                    <a:pt x="7803" y="2588"/>
                  </a:cubicBezTo>
                  <a:cubicBezTo>
                    <a:pt x="8321" y="2419"/>
                    <a:pt x="8869" y="2331"/>
                    <a:pt x="9416" y="2331"/>
                  </a:cubicBezTo>
                  <a:cubicBezTo>
                    <a:pt x="9575" y="2331"/>
                    <a:pt x="9734" y="2339"/>
                    <a:pt x="9892" y="2354"/>
                  </a:cubicBezTo>
                  <a:cubicBezTo>
                    <a:pt x="10610" y="2421"/>
                    <a:pt x="11295" y="2738"/>
                    <a:pt x="11830" y="3239"/>
                  </a:cubicBezTo>
                  <a:cubicBezTo>
                    <a:pt x="12032" y="3429"/>
                    <a:pt x="12206" y="3647"/>
                    <a:pt x="12336" y="3894"/>
                  </a:cubicBezTo>
                  <a:lnTo>
                    <a:pt x="12336" y="3894"/>
                  </a:lnTo>
                  <a:cubicBezTo>
                    <a:pt x="11967" y="4185"/>
                    <a:pt x="11640" y="4528"/>
                    <a:pt x="11362" y="4910"/>
                  </a:cubicBezTo>
                  <a:cubicBezTo>
                    <a:pt x="11145" y="5194"/>
                    <a:pt x="11011" y="5528"/>
                    <a:pt x="10978" y="5896"/>
                  </a:cubicBezTo>
                  <a:cubicBezTo>
                    <a:pt x="10978" y="6080"/>
                    <a:pt x="11028" y="6264"/>
                    <a:pt x="11128" y="6414"/>
                  </a:cubicBezTo>
                  <a:cubicBezTo>
                    <a:pt x="11228" y="6581"/>
                    <a:pt x="11362" y="6715"/>
                    <a:pt x="11512" y="6815"/>
                  </a:cubicBezTo>
                  <a:lnTo>
                    <a:pt x="11529" y="6815"/>
                  </a:lnTo>
                  <a:cubicBezTo>
                    <a:pt x="11626" y="6859"/>
                    <a:pt x="11732" y="6880"/>
                    <a:pt x="11838" y="6880"/>
                  </a:cubicBezTo>
                  <a:cubicBezTo>
                    <a:pt x="11933" y="6880"/>
                    <a:pt x="12027" y="6863"/>
                    <a:pt x="12114" y="6832"/>
                  </a:cubicBezTo>
                  <a:cubicBezTo>
                    <a:pt x="12298" y="6748"/>
                    <a:pt x="12448" y="6598"/>
                    <a:pt x="12532" y="6397"/>
                  </a:cubicBezTo>
                  <a:cubicBezTo>
                    <a:pt x="12682" y="6046"/>
                    <a:pt x="12766" y="5645"/>
                    <a:pt x="12749" y="5244"/>
                  </a:cubicBezTo>
                  <a:cubicBezTo>
                    <a:pt x="12749" y="4860"/>
                    <a:pt x="12699" y="4459"/>
                    <a:pt x="12565" y="4092"/>
                  </a:cubicBezTo>
                  <a:cubicBezTo>
                    <a:pt x="12542" y="4038"/>
                    <a:pt x="12517" y="3984"/>
                    <a:pt x="12491" y="3931"/>
                  </a:cubicBezTo>
                  <a:lnTo>
                    <a:pt x="12491" y="3931"/>
                  </a:lnTo>
                  <a:cubicBezTo>
                    <a:pt x="12628" y="3828"/>
                    <a:pt x="12770" y="3731"/>
                    <a:pt x="12916" y="3640"/>
                  </a:cubicBezTo>
                  <a:cubicBezTo>
                    <a:pt x="13467" y="3323"/>
                    <a:pt x="14069" y="3072"/>
                    <a:pt x="14687" y="2905"/>
                  </a:cubicBezTo>
                  <a:cubicBezTo>
                    <a:pt x="15105" y="2786"/>
                    <a:pt x="15540" y="2726"/>
                    <a:pt x="15973" y="2726"/>
                  </a:cubicBezTo>
                  <a:cubicBezTo>
                    <a:pt x="16146" y="2726"/>
                    <a:pt x="16320" y="2736"/>
                    <a:pt x="16492" y="2755"/>
                  </a:cubicBezTo>
                  <a:cubicBezTo>
                    <a:pt x="16801" y="2782"/>
                    <a:pt x="17105" y="2854"/>
                    <a:pt x="17396" y="2968"/>
                  </a:cubicBezTo>
                  <a:lnTo>
                    <a:pt x="17396" y="2968"/>
                  </a:lnTo>
                  <a:cubicBezTo>
                    <a:pt x="17226" y="3260"/>
                    <a:pt x="17105" y="3578"/>
                    <a:pt x="17026" y="3908"/>
                  </a:cubicBezTo>
                  <a:cubicBezTo>
                    <a:pt x="16976" y="4142"/>
                    <a:pt x="16993" y="4392"/>
                    <a:pt x="17043" y="4609"/>
                  </a:cubicBezTo>
                  <a:cubicBezTo>
                    <a:pt x="17126" y="4860"/>
                    <a:pt x="17277" y="5077"/>
                    <a:pt x="17477" y="5211"/>
                  </a:cubicBezTo>
                  <a:cubicBezTo>
                    <a:pt x="17625" y="5325"/>
                    <a:pt x="17804" y="5384"/>
                    <a:pt x="17983" y="5384"/>
                  </a:cubicBezTo>
                  <a:cubicBezTo>
                    <a:pt x="18066" y="5384"/>
                    <a:pt x="18149" y="5371"/>
                    <a:pt x="18229" y="5345"/>
                  </a:cubicBezTo>
                  <a:cubicBezTo>
                    <a:pt x="18497" y="5228"/>
                    <a:pt x="18680" y="5010"/>
                    <a:pt x="18764" y="4743"/>
                  </a:cubicBezTo>
                  <a:cubicBezTo>
                    <a:pt x="18847" y="4459"/>
                    <a:pt x="18831" y="4175"/>
                    <a:pt x="18697" y="3908"/>
                  </a:cubicBezTo>
                  <a:cubicBezTo>
                    <a:pt x="18580" y="3657"/>
                    <a:pt x="18380" y="3423"/>
                    <a:pt x="18146" y="3256"/>
                  </a:cubicBezTo>
                  <a:cubicBezTo>
                    <a:pt x="17951" y="3115"/>
                    <a:pt x="17743" y="2999"/>
                    <a:pt x="17526" y="2905"/>
                  </a:cubicBezTo>
                  <a:lnTo>
                    <a:pt x="17526" y="2905"/>
                  </a:lnTo>
                  <a:cubicBezTo>
                    <a:pt x="17553" y="2860"/>
                    <a:pt x="17582" y="2816"/>
                    <a:pt x="17611" y="2772"/>
                  </a:cubicBezTo>
                  <a:cubicBezTo>
                    <a:pt x="17812" y="2454"/>
                    <a:pt x="18062" y="2170"/>
                    <a:pt x="18329" y="1903"/>
                  </a:cubicBezTo>
                  <a:cubicBezTo>
                    <a:pt x="18764" y="1485"/>
                    <a:pt x="19282" y="1151"/>
                    <a:pt x="19833" y="917"/>
                  </a:cubicBezTo>
                  <a:cubicBezTo>
                    <a:pt x="20184" y="767"/>
                    <a:pt x="20552" y="666"/>
                    <a:pt x="20936" y="599"/>
                  </a:cubicBezTo>
                  <a:cubicBezTo>
                    <a:pt x="21053" y="583"/>
                    <a:pt x="21153" y="566"/>
                    <a:pt x="21220" y="566"/>
                  </a:cubicBezTo>
                  <a:cubicBezTo>
                    <a:pt x="21253" y="566"/>
                    <a:pt x="21287" y="549"/>
                    <a:pt x="21320" y="549"/>
                  </a:cubicBezTo>
                  <a:cubicBezTo>
                    <a:pt x="21187" y="549"/>
                    <a:pt x="21053" y="566"/>
                    <a:pt x="20919" y="583"/>
                  </a:cubicBezTo>
                  <a:cubicBezTo>
                    <a:pt x="20552" y="633"/>
                    <a:pt x="20167" y="733"/>
                    <a:pt x="19817" y="867"/>
                  </a:cubicBezTo>
                  <a:cubicBezTo>
                    <a:pt x="19248" y="1101"/>
                    <a:pt x="18731" y="1435"/>
                    <a:pt x="18279" y="1853"/>
                  </a:cubicBezTo>
                  <a:cubicBezTo>
                    <a:pt x="18012" y="2120"/>
                    <a:pt x="17761" y="2421"/>
                    <a:pt x="17544" y="2738"/>
                  </a:cubicBezTo>
                  <a:cubicBezTo>
                    <a:pt x="17512" y="2783"/>
                    <a:pt x="17482" y="2828"/>
                    <a:pt x="17453" y="2874"/>
                  </a:cubicBezTo>
                  <a:lnTo>
                    <a:pt x="17453" y="2874"/>
                  </a:lnTo>
                  <a:cubicBezTo>
                    <a:pt x="17150" y="2753"/>
                    <a:pt x="16832" y="2675"/>
                    <a:pt x="16508" y="2638"/>
                  </a:cubicBezTo>
                  <a:cubicBezTo>
                    <a:pt x="16344" y="2621"/>
                    <a:pt x="16181" y="2612"/>
                    <a:pt x="16020" y="2612"/>
                  </a:cubicBezTo>
                  <a:cubicBezTo>
                    <a:pt x="15555" y="2612"/>
                    <a:pt x="15100" y="2681"/>
                    <a:pt x="14654" y="2805"/>
                  </a:cubicBezTo>
                  <a:cubicBezTo>
                    <a:pt x="14019" y="2955"/>
                    <a:pt x="13417" y="3206"/>
                    <a:pt x="12849" y="3540"/>
                  </a:cubicBezTo>
                  <a:cubicBezTo>
                    <a:pt x="12705" y="3626"/>
                    <a:pt x="12566" y="3720"/>
                    <a:pt x="12433" y="3820"/>
                  </a:cubicBezTo>
                  <a:lnTo>
                    <a:pt x="12433" y="3820"/>
                  </a:lnTo>
                  <a:cubicBezTo>
                    <a:pt x="12296" y="3570"/>
                    <a:pt x="12123" y="3336"/>
                    <a:pt x="11913" y="3139"/>
                  </a:cubicBezTo>
                  <a:cubicBezTo>
                    <a:pt x="11362" y="2621"/>
                    <a:pt x="10660" y="2304"/>
                    <a:pt x="9892" y="2237"/>
                  </a:cubicBezTo>
                  <a:cubicBezTo>
                    <a:pt x="9730" y="2222"/>
                    <a:pt x="9568" y="2214"/>
                    <a:pt x="9407" y="2214"/>
                  </a:cubicBezTo>
                  <a:cubicBezTo>
                    <a:pt x="8852" y="2214"/>
                    <a:pt x="8301" y="2302"/>
                    <a:pt x="7770" y="2471"/>
                  </a:cubicBezTo>
                  <a:cubicBezTo>
                    <a:pt x="7496" y="2560"/>
                    <a:pt x="7223" y="2657"/>
                    <a:pt x="6964" y="2778"/>
                  </a:cubicBezTo>
                  <a:lnTo>
                    <a:pt x="6964" y="2778"/>
                  </a:lnTo>
                  <a:cubicBezTo>
                    <a:pt x="6725" y="2358"/>
                    <a:pt x="6430" y="1969"/>
                    <a:pt x="6065" y="1635"/>
                  </a:cubicBezTo>
                  <a:cubicBezTo>
                    <a:pt x="5414" y="1000"/>
                    <a:pt x="4612" y="533"/>
                    <a:pt x="3726" y="265"/>
                  </a:cubicBezTo>
                  <a:cubicBezTo>
                    <a:pt x="3197" y="89"/>
                    <a:pt x="2645" y="1"/>
                    <a:pt x="208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228;p58"/>
            <p:cNvSpPr/>
            <p:nvPr/>
          </p:nvSpPr>
          <p:spPr>
            <a:xfrm>
              <a:off x="4815459" y="2600011"/>
              <a:ext cx="222267" cy="131790"/>
            </a:xfrm>
            <a:custGeom>
              <a:avLst/>
              <a:gdLst/>
              <a:ahLst/>
              <a:cxnLst/>
              <a:rect l="l" t="t" r="r" b="b"/>
              <a:pathLst>
                <a:path w="6935" h="4112" extrusionOk="0">
                  <a:moveTo>
                    <a:pt x="38" y="2645"/>
                  </a:moveTo>
                  <a:lnTo>
                    <a:pt x="38" y="2645"/>
                  </a:lnTo>
                  <a:cubicBezTo>
                    <a:pt x="25" y="2660"/>
                    <a:pt x="13" y="2675"/>
                    <a:pt x="0" y="2691"/>
                  </a:cubicBezTo>
                  <a:cubicBezTo>
                    <a:pt x="0" y="2691"/>
                    <a:pt x="17" y="2674"/>
                    <a:pt x="34" y="2657"/>
                  </a:cubicBezTo>
                  <a:cubicBezTo>
                    <a:pt x="35" y="2653"/>
                    <a:pt x="36" y="2649"/>
                    <a:pt x="38" y="2645"/>
                  </a:cubicBezTo>
                  <a:close/>
                  <a:moveTo>
                    <a:pt x="5194" y="1462"/>
                  </a:moveTo>
                  <a:cubicBezTo>
                    <a:pt x="5556" y="1738"/>
                    <a:pt x="5760" y="2183"/>
                    <a:pt x="5731" y="2641"/>
                  </a:cubicBezTo>
                  <a:cubicBezTo>
                    <a:pt x="5715" y="2891"/>
                    <a:pt x="5564" y="3109"/>
                    <a:pt x="5364" y="3225"/>
                  </a:cubicBezTo>
                  <a:cubicBezTo>
                    <a:pt x="5322" y="3239"/>
                    <a:pt x="5278" y="3247"/>
                    <a:pt x="5233" y="3247"/>
                  </a:cubicBezTo>
                  <a:cubicBezTo>
                    <a:pt x="5169" y="3247"/>
                    <a:pt x="5105" y="3231"/>
                    <a:pt x="5046" y="3192"/>
                  </a:cubicBezTo>
                  <a:cubicBezTo>
                    <a:pt x="4963" y="3125"/>
                    <a:pt x="4896" y="3025"/>
                    <a:pt x="4879" y="2925"/>
                  </a:cubicBezTo>
                  <a:cubicBezTo>
                    <a:pt x="4812" y="2708"/>
                    <a:pt x="4812" y="2490"/>
                    <a:pt x="4879" y="2273"/>
                  </a:cubicBezTo>
                  <a:cubicBezTo>
                    <a:pt x="4929" y="2073"/>
                    <a:pt x="4996" y="1872"/>
                    <a:pt x="5080" y="1688"/>
                  </a:cubicBezTo>
                  <a:cubicBezTo>
                    <a:pt x="5115" y="1611"/>
                    <a:pt x="5153" y="1536"/>
                    <a:pt x="5194" y="1462"/>
                  </a:cubicBezTo>
                  <a:close/>
                  <a:moveTo>
                    <a:pt x="2722" y="2168"/>
                  </a:moveTo>
                  <a:cubicBezTo>
                    <a:pt x="2928" y="2317"/>
                    <a:pt x="3103" y="2506"/>
                    <a:pt x="3242" y="2724"/>
                  </a:cubicBezTo>
                  <a:cubicBezTo>
                    <a:pt x="3375" y="2908"/>
                    <a:pt x="3442" y="3142"/>
                    <a:pt x="3459" y="3376"/>
                  </a:cubicBezTo>
                  <a:cubicBezTo>
                    <a:pt x="3459" y="3626"/>
                    <a:pt x="3325" y="3844"/>
                    <a:pt x="3108" y="3961"/>
                  </a:cubicBezTo>
                  <a:cubicBezTo>
                    <a:pt x="3049" y="3980"/>
                    <a:pt x="2989" y="3990"/>
                    <a:pt x="2931" y="3990"/>
                  </a:cubicBezTo>
                  <a:cubicBezTo>
                    <a:pt x="2740" y="3990"/>
                    <a:pt x="2563" y="3889"/>
                    <a:pt x="2473" y="3710"/>
                  </a:cubicBezTo>
                  <a:cubicBezTo>
                    <a:pt x="2356" y="3459"/>
                    <a:pt x="2339" y="3192"/>
                    <a:pt x="2406" y="2925"/>
                  </a:cubicBezTo>
                  <a:cubicBezTo>
                    <a:pt x="2469" y="2657"/>
                    <a:pt x="2577" y="2401"/>
                    <a:pt x="2722" y="2168"/>
                  </a:cubicBezTo>
                  <a:close/>
                  <a:moveTo>
                    <a:pt x="6934" y="1"/>
                  </a:moveTo>
                  <a:lnTo>
                    <a:pt x="6934" y="1"/>
                  </a:lnTo>
                  <a:cubicBezTo>
                    <a:pt x="6717" y="51"/>
                    <a:pt x="6483" y="134"/>
                    <a:pt x="6283" y="251"/>
                  </a:cubicBezTo>
                  <a:cubicBezTo>
                    <a:pt x="5842" y="505"/>
                    <a:pt x="5465" y="876"/>
                    <a:pt x="5187" y="1314"/>
                  </a:cubicBezTo>
                  <a:lnTo>
                    <a:pt x="5187" y="1314"/>
                  </a:lnTo>
                  <a:cubicBezTo>
                    <a:pt x="5142" y="1286"/>
                    <a:pt x="5095" y="1260"/>
                    <a:pt x="5046" y="1237"/>
                  </a:cubicBezTo>
                  <a:cubicBezTo>
                    <a:pt x="4805" y="1127"/>
                    <a:pt x="4549" y="1073"/>
                    <a:pt x="4296" y="1073"/>
                  </a:cubicBezTo>
                  <a:cubicBezTo>
                    <a:pt x="3935" y="1073"/>
                    <a:pt x="3579" y="1181"/>
                    <a:pt x="3275" y="1388"/>
                  </a:cubicBezTo>
                  <a:cubicBezTo>
                    <a:pt x="3037" y="1562"/>
                    <a:pt x="2832" y="1775"/>
                    <a:pt x="2669" y="2014"/>
                  </a:cubicBezTo>
                  <a:lnTo>
                    <a:pt x="2669" y="2014"/>
                  </a:lnTo>
                  <a:cubicBezTo>
                    <a:pt x="2550" y="1944"/>
                    <a:pt x="2423" y="1885"/>
                    <a:pt x="2289" y="1839"/>
                  </a:cubicBezTo>
                  <a:cubicBezTo>
                    <a:pt x="2085" y="1770"/>
                    <a:pt x="1869" y="1736"/>
                    <a:pt x="1654" y="1736"/>
                  </a:cubicBezTo>
                  <a:cubicBezTo>
                    <a:pt x="1501" y="1736"/>
                    <a:pt x="1349" y="1754"/>
                    <a:pt x="1203" y="1789"/>
                  </a:cubicBezTo>
                  <a:cubicBezTo>
                    <a:pt x="936" y="1872"/>
                    <a:pt x="685" y="1989"/>
                    <a:pt x="451" y="2156"/>
                  </a:cubicBezTo>
                  <a:cubicBezTo>
                    <a:pt x="318" y="2273"/>
                    <a:pt x="201" y="2390"/>
                    <a:pt x="101" y="2540"/>
                  </a:cubicBezTo>
                  <a:cubicBezTo>
                    <a:pt x="70" y="2571"/>
                    <a:pt x="53" y="2602"/>
                    <a:pt x="38" y="2645"/>
                  </a:cubicBezTo>
                  <a:lnTo>
                    <a:pt x="38" y="2645"/>
                  </a:lnTo>
                  <a:cubicBezTo>
                    <a:pt x="176" y="2479"/>
                    <a:pt x="316" y="2329"/>
                    <a:pt x="485" y="2206"/>
                  </a:cubicBezTo>
                  <a:cubicBezTo>
                    <a:pt x="702" y="2039"/>
                    <a:pt x="953" y="1922"/>
                    <a:pt x="1220" y="1855"/>
                  </a:cubicBezTo>
                  <a:cubicBezTo>
                    <a:pt x="1355" y="1830"/>
                    <a:pt x="1490" y="1816"/>
                    <a:pt x="1624" y="1816"/>
                  </a:cubicBezTo>
                  <a:cubicBezTo>
                    <a:pt x="1839" y="1816"/>
                    <a:pt x="2050" y="1850"/>
                    <a:pt x="2256" y="1922"/>
                  </a:cubicBezTo>
                  <a:cubicBezTo>
                    <a:pt x="2384" y="1968"/>
                    <a:pt x="2504" y="2027"/>
                    <a:pt x="2616" y="2097"/>
                  </a:cubicBezTo>
                  <a:lnTo>
                    <a:pt x="2616" y="2097"/>
                  </a:lnTo>
                  <a:cubicBezTo>
                    <a:pt x="2463" y="2340"/>
                    <a:pt x="2352" y="2608"/>
                    <a:pt x="2289" y="2891"/>
                  </a:cubicBezTo>
                  <a:cubicBezTo>
                    <a:pt x="2206" y="3192"/>
                    <a:pt x="2239" y="3510"/>
                    <a:pt x="2373" y="3777"/>
                  </a:cubicBezTo>
                  <a:cubicBezTo>
                    <a:pt x="2456" y="3894"/>
                    <a:pt x="2573" y="4011"/>
                    <a:pt x="2707" y="4061"/>
                  </a:cubicBezTo>
                  <a:cubicBezTo>
                    <a:pt x="2774" y="4094"/>
                    <a:pt x="2849" y="4111"/>
                    <a:pt x="2924" y="4111"/>
                  </a:cubicBezTo>
                  <a:cubicBezTo>
                    <a:pt x="2999" y="4111"/>
                    <a:pt x="3075" y="4094"/>
                    <a:pt x="3141" y="4061"/>
                  </a:cubicBezTo>
                  <a:cubicBezTo>
                    <a:pt x="3409" y="3927"/>
                    <a:pt x="3576" y="3660"/>
                    <a:pt x="3559" y="3376"/>
                  </a:cubicBezTo>
                  <a:cubicBezTo>
                    <a:pt x="3559" y="3125"/>
                    <a:pt x="3476" y="2875"/>
                    <a:pt x="3325" y="2657"/>
                  </a:cubicBezTo>
                  <a:cubicBezTo>
                    <a:pt x="3185" y="2428"/>
                    <a:pt x="2998" y="2234"/>
                    <a:pt x="2777" y="2083"/>
                  </a:cubicBezTo>
                  <a:lnTo>
                    <a:pt x="2777" y="2083"/>
                  </a:lnTo>
                  <a:cubicBezTo>
                    <a:pt x="2931" y="1856"/>
                    <a:pt x="3122" y="1653"/>
                    <a:pt x="3342" y="1488"/>
                  </a:cubicBezTo>
                  <a:cubicBezTo>
                    <a:pt x="3627" y="1291"/>
                    <a:pt x="3958" y="1193"/>
                    <a:pt x="4295" y="1193"/>
                  </a:cubicBezTo>
                  <a:cubicBezTo>
                    <a:pt x="4531" y="1193"/>
                    <a:pt x="4769" y="1241"/>
                    <a:pt x="4996" y="1337"/>
                  </a:cubicBezTo>
                  <a:cubicBezTo>
                    <a:pt x="5041" y="1361"/>
                    <a:pt x="5084" y="1386"/>
                    <a:pt x="5126" y="1414"/>
                  </a:cubicBezTo>
                  <a:lnTo>
                    <a:pt x="5126" y="1414"/>
                  </a:lnTo>
                  <a:cubicBezTo>
                    <a:pt x="5079" y="1492"/>
                    <a:pt x="5036" y="1573"/>
                    <a:pt x="4996" y="1655"/>
                  </a:cubicBezTo>
                  <a:cubicBezTo>
                    <a:pt x="4896" y="1839"/>
                    <a:pt x="4829" y="2039"/>
                    <a:pt x="4779" y="2256"/>
                  </a:cubicBezTo>
                  <a:cubicBezTo>
                    <a:pt x="4712" y="2474"/>
                    <a:pt x="4712" y="2724"/>
                    <a:pt x="4779" y="2958"/>
                  </a:cubicBezTo>
                  <a:cubicBezTo>
                    <a:pt x="4812" y="3075"/>
                    <a:pt x="4879" y="3192"/>
                    <a:pt x="4996" y="3276"/>
                  </a:cubicBezTo>
                  <a:cubicBezTo>
                    <a:pt x="5069" y="3328"/>
                    <a:pt x="5155" y="3354"/>
                    <a:pt x="5242" y="3354"/>
                  </a:cubicBezTo>
                  <a:cubicBezTo>
                    <a:pt x="5295" y="3354"/>
                    <a:pt x="5347" y="3345"/>
                    <a:pt x="5397" y="3326"/>
                  </a:cubicBezTo>
                  <a:cubicBezTo>
                    <a:pt x="5648" y="3209"/>
                    <a:pt x="5815" y="2941"/>
                    <a:pt x="5848" y="2657"/>
                  </a:cubicBezTo>
                  <a:cubicBezTo>
                    <a:pt x="5892" y="2153"/>
                    <a:pt x="5661" y="1648"/>
                    <a:pt x="5254" y="1358"/>
                  </a:cubicBezTo>
                  <a:lnTo>
                    <a:pt x="5254" y="1358"/>
                  </a:lnTo>
                  <a:cubicBezTo>
                    <a:pt x="5516" y="925"/>
                    <a:pt x="5873" y="570"/>
                    <a:pt x="6316" y="301"/>
                  </a:cubicBezTo>
                  <a:cubicBezTo>
                    <a:pt x="6517" y="185"/>
                    <a:pt x="6717" y="84"/>
                    <a:pt x="693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229;p58"/>
            <p:cNvSpPr/>
            <p:nvPr/>
          </p:nvSpPr>
          <p:spPr>
            <a:xfrm>
              <a:off x="4419160" y="2658823"/>
              <a:ext cx="373831" cy="136757"/>
            </a:xfrm>
            <a:custGeom>
              <a:avLst/>
              <a:gdLst/>
              <a:ahLst/>
              <a:cxnLst/>
              <a:rect l="l" t="t" r="r" b="b"/>
              <a:pathLst>
                <a:path w="11664" h="4267" extrusionOk="0">
                  <a:moveTo>
                    <a:pt x="3635" y="1531"/>
                  </a:moveTo>
                  <a:lnTo>
                    <a:pt x="3635" y="1531"/>
                  </a:lnTo>
                  <a:cubicBezTo>
                    <a:pt x="3643" y="1545"/>
                    <a:pt x="3652" y="1560"/>
                    <a:pt x="3660" y="1574"/>
                  </a:cubicBezTo>
                  <a:cubicBezTo>
                    <a:pt x="3810" y="1842"/>
                    <a:pt x="3911" y="2109"/>
                    <a:pt x="3944" y="2410"/>
                  </a:cubicBezTo>
                  <a:cubicBezTo>
                    <a:pt x="3994" y="2710"/>
                    <a:pt x="3861" y="3028"/>
                    <a:pt x="3610" y="3212"/>
                  </a:cubicBezTo>
                  <a:cubicBezTo>
                    <a:pt x="3493" y="3295"/>
                    <a:pt x="3326" y="3345"/>
                    <a:pt x="3176" y="3345"/>
                  </a:cubicBezTo>
                  <a:cubicBezTo>
                    <a:pt x="3025" y="3329"/>
                    <a:pt x="2875" y="3228"/>
                    <a:pt x="2808" y="3095"/>
                  </a:cubicBezTo>
                  <a:cubicBezTo>
                    <a:pt x="2741" y="2944"/>
                    <a:pt x="2724" y="2777"/>
                    <a:pt x="2758" y="2610"/>
                  </a:cubicBezTo>
                  <a:cubicBezTo>
                    <a:pt x="2808" y="2443"/>
                    <a:pt x="2875" y="2293"/>
                    <a:pt x="2975" y="2142"/>
                  </a:cubicBezTo>
                  <a:cubicBezTo>
                    <a:pt x="3166" y="1910"/>
                    <a:pt x="3380" y="1700"/>
                    <a:pt x="3635" y="1531"/>
                  </a:cubicBezTo>
                  <a:close/>
                  <a:moveTo>
                    <a:pt x="7685" y="2131"/>
                  </a:moveTo>
                  <a:cubicBezTo>
                    <a:pt x="7757" y="2220"/>
                    <a:pt x="7824" y="2313"/>
                    <a:pt x="7887" y="2410"/>
                  </a:cubicBezTo>
                  <a:cubicBezTo>
                    <a:pt x="8088" y="2694"/>
                    <a:pt x="8188" y="3061"/>
                    <a:pt x="8155" y="3429"/>
                  </a:cubicBezTo>
                  <a:cubicBezTo>
                    <a:pt x="8121" y="3763"/>
                    <a:pt x="7871" y="4047"/>
                    <a:pt x="7536" y="4131"/>
                  </a:cubicBezTo>
                  <a:cubicBezTo>
                    <a:pt x="7498" y="4139"/>
                    <a:pt x="7458" y="4143"/>
                    <a:pt x="7417" y="4143"/>
                  </a:cubicBezTo>
                  <a:cubicBezTo>
                    <a:pt x="7302" y="4143"/>
                    <a:pt x="7185" y="4109"/>
                    <a:pt x="7085" y="4047"/>
                  </a:cubicBezTo>
                  <a:cubicBezTo>
                    <a:pt x="6968" y="3947"/>
                    <a:pt x="6868" y="3813"/>
                    <a:pt x="6818" y="3663"/>
                  </a:cubicBezTo>
                  <a:cubicBezTo>
                    <a:pt x="6718" y="3362"/>
                    <a:pt x="6768" y="3045"/>
                    <a:pt x="6935" y="2794"/>
                  </a:cubicBezTo>
                  <a:cubicBezTo>
                    <a:pt x="7119" y="2543"/>
                    <a:pt x="7336" y="2343"/>
                    <a:pt x="7587" y="2192"/>
                  </a:cubicBezTo>
                  <a:cubicBezTo>
                    <a:pt x="7619" y="2171"/>
                    <a:pt x="7652" y="2151"/>
                    <a:pt x="7685" y="2131"/>
                  </a:cubicBezTo>
                  <a:close/>
                  <a:moveTo>
                    <a:pt x="1024" y="1"/>
                  </a:moveTo>
                  <a:cubicBezTo>
                    <a:pt x="978" y="1"/>
                    <a:pt x="932" y="2"/>
                    <a:pt x="886" y="4"/>
                  </a:cubicBezTo>
                  <a:cubicBezTo>
                    <a:pt x="669" y="20"/>
                    <a:pt x="435" y="54"/>
                    <a:pt x="218" y="121"/>
                  </a:cubicBezTo>
                  <a:lnTo>
                    <a:pt x="51" y="171"/>
                  </a:lnTo>
                  <a:cubicBezTo>
                    <a:pt x="34" y="187"/>
                    <a:pt x="18" y="187"/>
                    <a:pt x="1" y="204"/>
                  </a:cubicBezTo>
                  <a:cubicBezTo>
                    <a:pt x="285" y="121"/>
                    <a:pt x="586" y="70"/>
                    <a:pt x="903" y="54"/>
                  </a:cubicBezTo>
                  <a:cubicBezTo>
                    <a:pt x="1254" y="54"/>
                    <a:pt x="1605" y="104"/>
                    <a:pt x="1956" y="221"/>
                  </a:cubicBezTo>
                  <a:cubicBezTo>
                    <a:pt x="2390" y="371"/>
                    <a:pt x="2808" y="622"/>
                    <a:pt x="3159" y="939"/>
                  </a:cubicBezTo>
                  <a:cubicBezTo>
                    <a:pt x="3317" y="1084"/>
                    <a:pt x="3454" y="1250"/>
                    <a:pt x="3571" y="1428"/>
                  </a:cubicBezTo>
                  <a:lnTo>
                    <a:pt x="3571" y="1428"/>
                  </a:lnTo>
                  <a:cubicBezTo>
                    <a:pt x="3306" y="1602"/>
                    <a:pt x="3068" y="1828"/>
                    <a:pt x="2875" y="2076"/>
                  </a:cubicBezTo>
                  <a:cubicBezTo>
                    <a:pt x="2775" y="2226"/>
                    <a:pt x="2691" y="2410"/>
                    <a:pt x="2641" y="2593"/>
                  </a:cubicBezTo>
                  <a:cubicBezTo>
                    <a:pt x="2591" y="2777"/>
                    <a:pt x="2607" y="2978"/>
                    <a:pt x="2708" y="3145"/>
                  </a:cubicBezTo>
                  <a:cubicBezTo>
                    <a:pt x="2791" y="3329"/>
                    <a:pt x="2975" y="3429"/>
                    <a:pt x="3159" y="3446"/>
                  </a:cubicBezTo>
                  <a:cubicBezTo>
                    <a:pt x="3182" y="3448"/>
                    <a:pt x="3206" y="3449"/>
                    <a:pt x="3229" y="3449"/>
                  </a:cubicBezTo>
                  <a:cubicBezTo>
                    <a:pt x="3389" y="3449"/>
                    <a:pt x="3546" y="3399"/>
                    <a:pt x="3677" y="3312"/>
                  </a:cubicBezTo>
                  <a:cubicBezTo>
                    <a:pt x="3827" y="3212"/>
                    <a:pt x="3927" y="3061"/>
                    <a:pt x="3994" y="2894"/>
                  </a:cubicBezTo>
                  <a:cubicBezTo>
                    <a:pt x="4044" y="2727"/>
                    <a:pt x="4061" y="2560"/>
                    <a:pt x="4044" y="2410"/>
                  </a:cubicBezTo>
                  <a:cubicBezTo>
                    <a:pt x="4011" y="2092"/>
                    <a:pt x="3911" y="1791"/>
                    <a:pt x="3744" y="1541"/>
                  </a:cubicBezTo>
                  <a:cubicBezTo>
                    <a:pt x="3732" y="1521"/>
                    <a:pt x="3720" y="1502"/>
                    <a:pt x="3708" y="1483"/>
                  </a:cubicBezTo>
                  <a:lnTo>
                    <a:pt x="3708" y="1483"/>
                  </a:lnTo>
                  <a:cubicBezTo>
                    <a:pt x="3742" y="1463"/>
                    <a:pt x="3776" y="1443"/>
                    <a:pt x="3810" y="1424"/>
                  </a:cubicBezTo>
                  <a:cubicBezTo>
                    <a:pt x="4279" y="1154"/>
                    <a:pt x="4813" y="1008"/>
                    <a:pt x="5350" y="1008"/>
                  </a:cubicBezTo>
                  <a:cubicBezTo>
                    <a:pt x="5579" y="1008"/>
                    <a:pt x="5808" y="1035"/>
                    <a:pt x="6033" y="1090"/>
                  </a:cubicBezTo>
                  <a:cubicBezTo>
                    <a:pt x="6658" y="1239"/>
                    <a:pt x="7205" y="1576"/>
                    <a:pt x="7621" y="2056"/>
                  </a:cubicBezTo>
                  <a:lnTo>
                    <a:pt x="7621" y="2056"/>
                  </a:lnTo>
                  <a:cubicBezTo>
                    <a:pt x="7593" y="2073"/>
                    <a:pt x="7565" y="2091"/>
                    <a:pt x="7536" y="2109"/>
                  </a:cubicBezTo>
                  <a:cubicBezTo>
                    <a:pt x="7269" y="2259"/>
                    <a:pt x="7035" y="2477"/>
                    <a:pt x="6851" y="2727"/>
                  </a:cubicBezTo>
                  <a:cubicBezTo>
                    <a:pt x="6768" y="2878"/>
                    <a:pt x="6701" y="3028"/>
                    <a:pt x="6668" y="3195"/>
                  </a:cubicBezTo>
                  <a:cubicBezTo>
                    <a:pt x="6634" y="3362"/>
                    <a:pt x="6651" y="3546"/>
                    <a:pt x="6718" y="3696"/>
                  </a:cubicBezTo>
                  <a:cubicBezTo>
                    <a:pt x="6768" y="3880"/>
                    <a:pt x="6885" y="4030"/>
                    <a:pt x="7019" y="4131"/>
                  </a:cubicBezTo>
                  <a:cubicBezTo>
                    <a:pt x="7142" y="4217"/>
                    <a:pt x="7274" y="4267"/>
                    <a:pt x="7409" y="4267"/>
                  </a:cubicBezTo>
                  <a:cubicBezTo>
                    <a:pt x="7457" y="4267"/>
                    <a:pt x="7505" y="4261"/>
                    <a:pt x="7553" y="4248"/>
                  </a:cubicBezTo>
                  <a:cubicBezTo>
                    <a:pt x="7938" y="4147"/>
                    <a:pt x="8222" y="3830"/>
                    <a:pt x="8272" y="3446"/>
                  </a:cubicBezTo>
                  <a:cubicBezTo>
                    <a:pt x="8305" y="3045"/>
                    <a:pt x="8205" y="2660"/>
                    <a:pt x="7988" y="2343"/>
                  </a:cubicBezTo>
                  <a:cubicBezTo>
                    <a:pt x="7925" y="2248"/>
                    <a:pt x="7859" y="2158"/>
                    <a:pt x="7788" y="2071"/>
                  </a:cubicBezTo>
                  <a:lnTo>
                    <a:pt x="7788" y="2071"/>
                  </a:lnTo>
                  <a:cubicBezTo>
                    <a:pt x="7957" y="1977"/>
                    <a:pt x="8131" y="1896"/>
                    <a:pt x="8322" y="1825"/>
                  </a:cubicBezTo>
                  <a:cubicBezTo>
                    <a:pt x="8930" y="1574"/>
                    <a:pt x="9581" y="1448"/>
                    <a:pt x="10240" y="1448"/>
                  </a:cubicBezTo>
                  <a:cubicBezTo>
                    <a:pt x="10413" y="1448"/>
                    <a:pt x="10587" y="1457"/>
                    <a:pt x="10761" y="1474"/>
                  </a:cubicBezTo>
                  <a:cubicBezTo>
                    <a:pt x="10995" y="1507"/>
                    <a:pt x="11212" y="1541"/>
                    <a:pt x="11430" y="1591"/>
                  </a:cubicBezTo>
                  <a:lnTo>
                    <a:pt x="11613" y="1641"/>
                  </a:lnTo>
                  <a:lnTo>
                    <a:pt x="11664" y="1641"/>
                  </a:lnTo>
                  <a:cubicBezTo>
                    <a:pt x="11379" y="1524"/>
                    <a:pt x="11079" y="1457"/>
                    <a:pt x="10778" y="1424"/>
                  </a:cubicBezTo>
                  <a:cubicBezTo>
                    <a:pt x="10567" y="1399"/>
                    <a:pt x="10356" y="1387"/>
                    <a:pt x="10146" y="1387"/>
                  </a:cubicBezTo>
                  <a:cubicBezTo>
                    <a:pt x="9508" y="1387"/>
                    <a:pt x="8879" y="1502"/>
                    <a:pt x="8288" y="1741"/>
                  </a:cubicBezTo>
                  <a:cubicBezTo>
                    <a:pt x="8092" y="1815"/>
                    <a:pt x="7904" y="1898"/>
                    <a:pt x="7725" y="1997"/>
                  </a:cubicBezTo>
                  <a:lnTo>
                    <a:pt x="7725" y="1997"/>
                  </a:lnTo>
                  <a:cubicBezTo>
                    <a:pt x="7289" y="1494"/>
                    <a:pt x="6712" y="1138"/>
                    <a:pt x="6066" y="973"/>
                  </a:cubicBezTo>
                  <a:cubicBezTo>
                    <a:pt x="5826" y="917"/>
                    <a:pt x="5582" y="889"/>
                    <a:pt x="5337" y="889"/>
                  </a:cubicBezTo>
                  <a:cubicBezTo>
                    <a:pt x="4783" y="889"/>
                    <a:pt x="4231" y="1034"/>
                    <a:pt x="3744" y="1324"/>
                  </a:cubicBezTo>
                  <a:cubicBezTo>
                    <a:pt x="3710" y="1342"/>
                    <a:pt x="3676" y="1362"/>
                    <a:pt x="3643" y="1382"/>
                  </a:cubicBezTo>
                  <a:lnTo>
                    <a:pt x="3643" y="1382"/>
                  </a:lnTo>
                  <a:cubicBezTo>
                    <a:pt x="3518" y="1197"/>
                    <a:pt x="3379" y="1029"/>
                    <a:pt x="3209" y="873"/>
                  </a:cubicBezTo>
                  <a:cubicBezTo>
                    <a:pt x="2858" y="555"/>
                    <a:pt x="2440" y="304"/>
                    <a:pt x="1973" y="154"/>
                  </a:cubicBezTo>
                  <a:cubicBezTo>
                    <a:pt x="1666" y="52"/>
                    <a:pt x="1346" y="1"/>
                    <a:pt x="102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230;p58"/>
            <p:cNvSpPr/>
            <p:nvPr/>
          </p:nvSpPr>
          <p:spPr>
            <a:xfrm>
              <a:off x="3916200" y="2016285"/>
              <a:ext cx="344505" cy="795000"/>
            </a:xfrm>
            <a:custGeom>
              <a:avLst/>
              <a:gdLst/>
              <a:ahLst/>
              <a:cxnLst/>
              <a:rect l="l" t="t" r="r" b="b"/>
              <a:pathLst>
                <a:path w="10749" h="24805" extrusionOk="0">
                  <a:moveTo>
                    <a:pt x="2713" y="1"/>
                  </a:moveTo>
                  <a:cubicBezTo>
                    <a:pt x="2061" y="1"/>
                    <a:pt x="2160" y="3279"/>
                    <a:pt x="2177" y="3577"/>
                  </a:cubicBezTo>
                  <a:cubicBezTo>
                    <a:pt x="2185" y="3690"/>
                    <a:pt x="2107" y="3744"/>
                    <a:pt x="2025" y="3744"/>
                  </a:cubicBezTo>
                  <a:cubicBezTo>
                    <a:pt x="1937" y="3744"/>
                    <a:pt x="1843" y="3681"/>
                    <a:pt x="1843" y="3560"/>
                  </a:cubicBezTo>
                  <a:cubicBezTo>
                    <a:pt x="1843" y="3326"/>
                    <a:pt x="2043" y="453"/>
                    <a:pt x="1358" y="386"/>
                  </a:cubicBezTo>
                  <a:cubicBezTo>
                    <a:pt x="1353" y="385"/>
                    <a:pt x="1349" y="385"/>
                    <a:pt x="1344" y="385"/>
                  </a:cubicBezTo>
                  <a:cubicBezTo>
                    <a:pt x="850" y="385"/>
                    <a:pt x="1422" y="3131"/>
                    <a:pt x="1057" y="3694"/>
                  </a:cubicBezTo>
                  <a:cubicBezTo>
                    <a:pt x="1022" y="3750"/>
                    <a:pt x="991" y="3776"/>
                    <a:pt x="964" y="3776"/>
                  </a:cubicBezTo>
                  <a:cubicBezTo>
                    <a:pt x="710" y="3776"/>
                    <a:pt x="775" y="1537"/>
                    <a:pt x="322" y="1522"/>
                  </a:cubicBezTo>
                  <a:cubicBezTo>
                    <a:pt x="306" y="1520"/>
                    <a:pt x="291" y="1519"/>
                    <a:pt x="276" y="1519"/>
                  </a:cubicBezTo>
                  <a:cubicBezTo>
                    <a:pt x="115" y="1519"/>
                    <a:pt x="1" y="1656"/>
                    <a:pt x="138" y="3109"/>
                  </a:cubicBezTo>
                  <a:cubicBezTo>
                    <a:pt x="222" y="3945"/>
                    <a:pt x="656" y="5198"/>
                    <a:pt x="690" y="6852"/>
                  </a:cubicBezTo>
                  <a:lnTo>
                    <a:pt x="706" y="6852"/>
                  </a:lnTo>
                  <a:lnTo>
                    <a:pt x="2026" y="21639"/>
                  </a:lnTo>
                  <a:cubicBezTo>
                    <a:pt x="2060" y="22274"/>
                    <a:pt x="2294" y="22875"/>
                    <a:pt x="2661" y="23377"/>
                  </a:cubicBezTo>
                  <a:cubicBezTo>
                    <a:pt x="2711" y="23444"/>
                    <a:pt x="2778" y="23510"/>
                    <a:pt x="2828" y="23560"/>
                  </a:cubicBezTo>
                  <a:cubicBezTo>
                    <a:pt x="3577" y="24398"/>
                    <a:pt x="4606" y="24805"/>
                    <a:pt x="5641" y="24805"/>
                  </a:cubicBezTo>
                  <a:cubicBezTo>
                    <a:pt x="6753" y="24805"/>
                    <a:pt x="7872" y="24335"/>
                    <a:pt x="8660" y="23427"/>
                  </a:cubicBezTo>
                  <a:lnTo>
                    <a:pt x="10748" y="21037"/>
                  </a:lnTo>
                  <a:lnTo>
                    <a:pt x="6755" y="17178"/>
                  </a:lnTo>
                  <a:lnTo>
                    <a:pt x="6053" y="18047"/>
                  </a:lnTo>
                  <a:lnTo>
                    <a:pt x="5101" y="6635"/>
                  </a:lnTo>
                  <a:cubicBezTo>
                    <a:pt x="5184" y="6334"/>
                    <a:pt x="5301" y="6033"/>
                    <a:pt x="5468" y="5766"/>
                  </a:cubicBezTo>
                  <a:cubicBezTo>
                    <a:pt x="5619" y="5515"/>
                    <a:pt x="5802" y="5281"/>
                    <a:pt x="6003" y="5081"/>
                  </a:cubicBezTo>
                  <a:cubicBezTo>
                    <a:pt x="6254" y="4813"/>
                    <a:pt x="6538" y="4580"/>
                    <a:pt x="6855" y="4396"/>
                  </a:cubicBezTo>
                  <a:cubicBezTo>
                    <a:pt x="7156" y="4262"/>
                    <a:pt x="7139" y="3828"/>
                    <a:pt x="6855" y="3761"/>
                  </a:cubicBezTo>
                  <a:cubicBezTo>
                    <a:pt x="6837" y="3758"/>
                    <a:pt x="6817" y="3756"/>
                    <a:pt x="6795" y="3756"/>
                  </a:cubicBezTo>
                  <a:cubicBezTo>
                    <a:pt x="6453" y="3756"/>
                    <a:pt x="5660" y="4127"/>
                    <a:pt x="5000" y="4897"/>
                  </a:cubicBezTo>
                  <a:cubicBezTo>
                    <a:pt x="4866" y="5047"/>
                    <a:pt x="4760" y="5111"/>
                    <a:pt x="4676" y="5111"/>
                  </a:cubicBezTo>
                  <a:cubicBezTo>
                    <a:pt x="4311" y="5111"/>
                    <a:pt x="4369" y="3912"/>
                    <a:pt x="4382" y="3410"/>
                  </a:cubicBezTo>
                  <a:cubicBezTo>
                    <a:pt x="4399" y="2808"/>
                    <a:pt x="4366" y="904"/>
                    <a:pt x="4182" y="753"/>
                  </a:cubicBezTo>
                  <a:cubicBezTo>
                    <a:pt x="4118" y="702"/>
                    <a:pt x="4052" y="676"/>
                    <a:pt x="3989" y="676"/>
                  </a:cubicBezTo>
                  <a:cubicBezTo>
                    <a:pt x="3788" y="676"/>
                    <a:pt x="3614" y="934"/>
                    <a:pt x="3614" y="1405"/>
                  </a:cubicBezTo>
                  <a:cubicBezTo>
                    <a:pt x="3614" y="2020"/>
                    <a:pt x="3481" y="3844"/>
                    <a:pt x="3150" y="3844"/>
                  </a:cubicBezTo>
                  <a:cubicBezTo>
                    <a:pt x="3149" y="3844"/>
                    <a:pt x="3147" y="3844"/>
                    <a:pt x="3146" y="3844"/>
                  </a:cubicBezTo>
                  <a:cubicBezTo>
                    <a:pt x="2828" y="3828"/>
                    <a:pt x="2962" y="703"/>
                    <a:pt x="2962" y="703"/>
                  </a:cubicBezTo>
                  <a:cubicBezTo>
                    <a:pt x="2962" y="703"/>
                    <a:pt x="3096" y="35"/>
                    <a:pt x="2728" y="1"/>
                  </a:cubicBezTo>
                  <a:cubicBezTo>
                    <a:pt x="2723" y="1"/>
                    <a:pt x="2718" y="1"/>
                    <a:pt x="2713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231;p58"/>
            <p:cNvSpPr/>
            <p:nvPr/>
          </p:nvSpPr>
          <p:spPr>
            <a:xfrm>
              <a:off x="4419705" y="1741007"/>
              <a:ext cx="312231" cy="617604"/>
            </a:xfrm>
            <a:custGeom>
              <a:avLst/>
              <a:gdLst/>
              <a:ahLst/>
              <a:cxnLst/>
              <a:rect l="l" t="t" r="r" b="b"/>
              <a:pathLst>
                <a:path w="9742" h="19270" extrusionOk="0">
                  <a:moveTo>
                    <a:pt x="4108" y="1"/>
                  </a:moveTo>
                  <a:cubicBezTo>
                    <a:pt x="2968" y="1"/>
                    <a:pt x="1803" y="228"/>
                    <a:pt x="686" y="671"/>
                  </a:cubicBezTo>
                  <a:cubicBezTo>
                    <a:pt x="686" y="671"/>
                    <a:pt x="1" y="6619"/>
                    <a:pt x="402" y="9376"/>
                  </a:cubicBezTo>
                  <a:cubicBezTo>
                    <a:pt x="836" y="12283"/>
                    <a:pt x="3042" y="12667"/>
                    <a:pt x="3042" y="12667"/>
                  </a:cubicBezTo>
                  <a:cubicBezTo>
                    <a:pt x="3042" y="12667"/>
                    <a:pt x="3058" y="14489"/>
                    <a:pt x="3042" y="16210"/>
                  </a:cubicBezTo>
                  <a:cubicBezTo>
                    <a:pt x="3025" y="17847"/>
                    <a:pt x="4445" y="19217"/>
                    <a:pt x="6200" y="19267"/>
                  </a:cubicBezTo>
                  <a:cubicBezTo>
                    <a:pt x="6244" y="19269"/>
                    <a:pt x="6288" y="19270"/>
                    <a:pt x="6332" y="19270"/>
                  </a:cubicBezTo>
                  <a:cubicBezTo>
                    <a:pt x="8009" y="19270"/>
                    <a:pt x="9359" y="18039"/>
                    <a:pt x="9408" y="16460"/>
                  </a:cubicBezTo>
                  <a:lnTo>
                    <a:pt x="9742" y="2475"/>
                  </a:lnTo>
                  <a:cubicBezTo>
                    <a:pt x="8282" y="798"/>
                    <a:pt x="6241" y="1"/>
                    <a:pt x="4108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232;p58"/>
            <p:cNvSpPr/>
            <p:nvPr/>
          </p:nvSpPr>
          <p:spPr>
            <a:xfrm>
              <a:off x="4460954" y="1898341"/>
              <a:ext cx="24134" cy="22723"/>
            </a:xfrm>
            <a:custGeom>
              <a:avLst/>
              <a:gdLst/>
              <a:ahLst/>
              <a:cxnLst/>
              <a:rect l="l" t="t" r="r" b="b"/>
              <a:pathLst>
                <a:path w="753" h="709" extrusionOk="0">
                  <a:moveTo>
                    <a:pt x="333" y="1"/>
                  </a:moveTo>
                  <a:cubicBezTo>
                    <a:pt x="168" y="1"/>
                    <a:pt x="15" y="141"/>
                    <a:pt x="0" y="323"/>
                  </a:cubicBezTo>
                  <a:cubicBezTo>
                    <a:pt x="0" y="523"/>
                    <a:pt x="151" y="691"/>
                    <a:pt x="351" y="707"/>
                  </a:cubicBezTo>
                  <a:cubicBezTo>
                    <a:pt x="361" y="708"/>
                    <a:pt x="371" y="709"/>
                    <a:pt x="382" y="709"/>
                  </a:cubicBezTo>
                  <a:cubicBezTo>
                    <a:pt x="570" y="709"/>
                    <a:pt x="736" y="563"/>
                    <a:pt x="752" y="373"/>
                  </a:cubicBezTo>
                  <a:cubicBezTo>
                    <a:pt x="752" y="173"/>
                    <a:pt x="585" y="6"/>
                    <a:pt x="384" y="6"/>
                  </a:cubicBezTo>
                  <a:cubicBezTo>
                    <a:pt x="367" y="2"/>
                    <a:pt x="350" y="1"/>
                    <a:pt x="3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233;p58"/>
            <p:cNvSpPr/>
            <p:nvPr/>
          </p:nvSpPr>
          <p:spPr>
            <a:xfrm>
              <a:off x="4441115" y="1882957"/>
              <a:ext cx="48235" cy="13140"/>
            </a:xfrm>
            <a:custGeom>
              <a:avLst/>
              <a:gdLst/>
              <a:ahLst/>
              <a:cxnLst/>
              <a:rect l="l" t="t" r="r" b="b"/>
              <a:pathLst>
                <a:path w="1505" h="410" extrusionOk="0">
                  <a:moveTo>
                    <a:pt x="753" y="1"/>
                  </a:moveTo>
                  <a:cubicBezTo>
                    <a:pt x="536" y="1"/>
                    <a:pt x="335" y="68"/>
                    <a:pt x="168" y="185"/>
                  </a:cubicBezTo>
                  <a:cubicBezTo>
                    <a:pt x="51" y="268"/>
                    <a:pt x="1" y="369"/>
                    <a:pt x="34" y="385"/>
                  </a:cubicBezTo>
                  <a:cubicBezTo>
                    <a:pt x="38" y="391"/>
                    <a:pt x="45" y="393"/>
                    <a:pt x="55" y="393"/>
                  </a:cubicBezTo>
                  <a:cubicBezTo>
                    <a:pt x="132" y="393"/>
                    <a:pt x="396" y="235"/>
                    <a:pt x="753" y="235"/>
                  </a:cubicBezTo>
                  <a:cubicBezTo>
                    <a:pt x="1112" y="235"/>
                    <a:pt x="1378" y="409"/>
                    <a:pt x="1465" y="409"/>
                  </a:cubicBezTo>
                  <a:cubicBezTo>
                    <a:pt x="1475" y="409"/>
                    <a:pt x="1483" y="407"/>
                    <a:pt x="1488" y="402"/>
                  </a:cubicBezTo>
                  <a:cubicBezTo>
                    <a:pt x="1505" y="369"/>
                    <a:pt x="1471" y="285"/>
                    <a:pt x="1338" y="185"/>
                  </a:cubicBezTo>
                  <a:cubicBezTo>
                    <a:pt x="1171" y="68"/>
                    <a:pt x="953" y="1"/>
                    <a:pt x="7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234;p58"/>
            <p:cNvSpPr/>
            <p:nvPr/>
          </p:nvSpPr>
          <p:spPr>
            <a:xfrm>
              <a:off x="4592134" y="1902090"/>
              <a:ext cx="23589" cy="22723"/>
            </a:xfrm>
            <a:custGeom>
              <a:avLst/>
              <a:gdLst/>
              <a:ahLst/>
              <a:cxnLst/>
              <a:rect l="l" t="t" r="r" b="b"/>
              <a:pathLst>
                <a:path w="736" h="709" extrusionOk="0">
                  <a:moveTo>
                    <a:pt x="329" y="1"/>
                  </a:moveTo>
                  <a:cubicBezTo>
                    <a:pt x="154" y="1"/>
                    <a:pt x="16" y="141"/>
                    <a:pt x="1" y="323"/>
                  </a:cubicBezTo>
                  <a:cubicBezTo>
                    <a:pt x="1" y="523"/>
                    <a:pt x="151" y="691"/>
                    <a:pt x="352" y="707"/>
                  </a:cubicBezTo>
                  <a:cubicBezTo>
                    <a:pt x="362" y="708"/>
                    <a:pt x="372" y="709"/>
                    <a:pt x="382" y="709"/>
                  </a:cubicBezTo>
                  <a:cubicBezTo>
                    <a:pt x="569" y="709"/>
                    <a:pt x="720" y="563"/>
                    <a:pt x="736" y="373"/>
                  </a:cubicBezTo>
                  <a:cubicBezTo>
                    <a:pt x="736" y="173"/>
                    <a:pt x="586" y="5"/>
                    <a:pt x="385" y="5"/>
                  </a:cubicBezTo>
                  <a:cubicBezTo>
                    <a:pt x="366" y="2"/>
                    <a:pt x="348" y="1"/>
                    <a:pt x="3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235;p58"/>
            <p:cNvSpPr/>
            <p:nvPr/>
          </p:nvSpPr>
          <p:spPr>
            <a:xfrm>
              <a:off x="4574475" y="1889399"/>
              <a:ext cx="48235" cy="12596"/>
            </a:xfrm>
            <a:custGeom>
              <a:avLst/>
              <a:gdLst/>
              <a:ahLst/>
              <a:cxnLst/>
              <a:rect l="l" t="t" r="r" b="b"/>
              <a:pathLst>
                <a:path w="1505" h="393" extrusionOk="0">
                  <a:moveTo>
                    <a:pt x="752" y="0"/>
                  </a:moveTo>
                  <a:cubicBezTo>
                    <a:pt x="552" y="0"/>
                    <a:pt x="335" y="51"/>
                    <a:pt x="168" y="168"/>
                  </a:cubicBezTo>
                  <a:cubicBezTo>
                    <a:pt x="51" y="268"/>
                    <a:pt x="0" y="351"/>
                    <a:pt x="34" y="385"/>
                  </a:cubicBezTo>
                  <a:cubicBezTo>
                    <a:pt x="36" y="387"/>
                    <a:pt x="40" y="389"/>
                    <a:pt x="46" y="389"/>
                  </a:cubicBezTo>
                  <a:cubicBezTo>
                    <a:pt x="109" y="389"/>
                    <a:pt x="359" y="233"/>
                    <a:pt x="705" y="233"/>
                  </a:cubicBezTo>
                  <a:cubicBezTo>
                    <a:pt x="720" y="233"/>
                    <a:pt x="736" y="234"/>
                    <a:pt x="752" y="234"/>
                  </a:cubicBezTo>
                  <a:cubicBezTo>
                    <a:pt x="1109" y="234"/>
                    <a:pt x="1386" y="393"/>
                    <a:pt x="1467" y="393"/>
                  </a:cubicBezTo>
                  <a:cubicBezTo>
                    <a:pt x="1477" y="393"/>
                    <a:pt x="1484" y="390"/>
                    <a:pt x="1487" y="385"/>
                  </a:cubicBezTo>
                  <a:cubicBezTo>
                    <a:pt x="1504" y="368"/>
                    <a:pt x="1471" y="285"/>
                    <a:pt x="1337" y="184"/>
                  </a:cubicBezTo>
                  <a:cubicBezTo>
                    <a:pt x="1170" y="67"/>
                    <a:pt x="970" y="0"/>
                    <a:pt x="7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236;p58"/>
            <p:cNvSpPr/>
            <p:nvPr/>
          </p:nvSpPr>
          <p:spPr>
            <a:xfrm>
              <a:off x="4495215" y="1889399"/>
              <a:ext cx="41280" cy="106951"/>
            </a:xfrm>
            <a:custGeom>
              <a:avLst/>
              <a:gdLst/>
              <a:ahLst/>
              <a:cxnLst/>
              <a:rect l="l" t="t" r="r" b="b"/>
              <a:pathLst>
                <a:path w="1288" h="3337" extrusionOk="0">
                  <a:moveTo>
                    <a:pt x="1236" y="0"/>
                  </a:moveTo>
                  <a:cubicBezTo>
                    <a:pt x="1196" y="0"/>
                    <a:pt x="799" y="863"/>
                    <a:pt x="385" y="1955"/>
                  </a:cubicBezTo>
                  <a:cubicBezTo>
                    <a:pt x="268" y="2223"/>
                    <a:pt x="168" y="2490"/>
                    <a:pt x="84" y="2741"/>
                  </a:cubicBezTo>
                  <a:cubicBezTo>
                    <a:pt x="17" y="2858"/>
                    <a:pt x="1" y="2991"/>
                    <a:pt x="17" y="3142"/>
                  </a:cubicBezTo>
                  <a:cubicBezTo>
                    <a:pt x="51" y="3209"/>
                    <a:pt x="118" y="3259"/>
                    <a:pt x="184" y="3292"/>
                  </a:cubicBezTo>
                  <a:cubicBezTo>
                    <a:pt x="251" y="3309"/>
                    <a:pt x="301" y="3309"/>
                    <a:pt x="368" y="3309"/>
                  </a:cubicBezTo>
                  <a:cubicBezTo>
                    <a:pt x="495" y="3328"/>
                    <a:pt x="623" y="3336"/>
                    <a:pt x="750" y="3336"/>
                  </a:cubicBezTo>
                  <a:cubicBezTo>
                    <a:pt x="840" y="3336"/>
                    <a:pt x="930" y="3332"/>
                    <a:pt x="1020" y="3325"/>
                  </a:cubicBezTo>
                  <a:cubicBezTo>
                    <a:pt x="803" y="3259"/>
                    <a:pt x="585" y="3209"/>
                    <a:pt x="368" y="3192"/>
                  </a:cubicBezTo>
                  <a:cubicBezTo>
                    <a:pt x="268" y="3192"/>
                    <a:pt x="168" y="3158"/>
                    <a:pt x="151" y="3092"/>
                  </a:cubicBezTo>
                  <a:cubicBezTo>
                    <a:pt x="151" y="2991"/>
                    <a:pt x="168" y="2874"/>
                    <a:pt x="234" y="2791"/>
                  </a:cubicBezTo>
                  <a:cubicBezTo>
                    <a:pt x="335" y="2540"/>
                    <a:pt x="435" y="2290"/>
                    <a:pt x="535" y="2022"/>
                  </a:cubicBezTo>
                  <a:cubicBezTo>
                    <a:pt x="970" y="919"/>
                    <a:pt x="1287" y="17"/>
                    <a:pt x="1237" y="0"/>
                  </a:cubicBezTo>
                  <a:cubicBezTo>
                    <a:pt x="1237" y="0"/>
                    <a:pt x="1236" y="0"/>
                    <a:pt x="12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237;p58"/>
            <p:cNvSpPr/>
            <p:nvPr/>
          </p:nvSpPr>
          <p:spPr>
            <a:xfrm>
              <a:off x="4517169" y="2115383"/>
              <a:ext cx="124803" cy="54581"/>
            </a:xfrm>
            <a:custGeom>
              <a:avLst/>
              <a:gdLst/>
              <a:ahLst/>
              <a:cxnLst/>
              <a:rect l="l" t="t" r="r" b="b"/>
              <a:pathLst>
                <a:path w="3894" h="1703" extrusionOk="0">
                  <a:moveTo>
                    <a:pt x="3894" y="0"/>
                  </a:moveTo>
                  <a:cubicBezTo>
                    <a:pt x="2761" y="654"/>
                    <a:pt x="1492" y="989"/>
                    <a:pt x="187" y="989"/>
                  </a:cubicBezTo>
                  <a:cubicBezTo>
                    <a:pt x="125" y="989"/>
                    <a:pt x="63" y="988"/>
                    <a:pt x="1" y="986"/>
                  </a:cubicBezTo>
                  <a:lnTo>
                    <a:pt x="1" y="986"/>
                  </a:lnTo>
                  <a:lnTo>
                    <a:pt x="34" y="1671"/>
                  </a:lnTo>
                  <a:cubicBezTo>
                    <a:pt x="239" y="1693"/>
                    <a:pt x="434" y="1703"/>
                    <a:pt x="620" y="1703"/>
                  </a:cubicBezTo>
                  <a:cubicBezTo>
                    <a:pt x="3057" y="1703"/>
                    <a:pt x="3894" y="1"/>
                    <a:pt x="3894" y="0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238;p58"/>
            <p:cNvSpPr/>
            <p:nvPr/>
          </p:nvSpPr>
          <p:spPr>
            <a:xfrm>
              <a:off x="4524124" y="2005067"/>
              <a:ext cx="43941" cy="36441"/>
            </a:xfrm>
            <a:custGeom>
              <a:avLst/>
              <a:gdLst/>
              <a:ahLst/>
              <a:cxnLst/>
              <a:rect l="l" t="t" r="r" b="b"/>
              <a:pathLst>
                <a:path w="1371" h="1137" extrusionOk="0">
                  <a:moveTo>
                    <a:pt x="1287" y="1"/>
                  </a:moveTo>
                  <a:cubicBezTo>
                    <a:pt x="1221" y="1"/>
                    <a:pt x="1221" y="435"/>
                    <a:pt x="836" y="736"/>
                  </a:cubicBezTo>
                  <a:cubicBezTo>
                    <a:pt x="469" y="1036"/>
                    <a:pt x="1" y="986"/>
                    <a:pt x="1" y="1036"/>
                  </a:cubicBezTo>
                  <a:cubicBezTo>
                    <a:pt x="1" y="1070"/>
                    <a:pt x="101" y="1137"/>
                    <a:pt x="302" y="1137"/>
                  </a:cubicBezTo>
                  <a:cubicBezTo>
                    <a:pt x="552" y="1137"/>
                    <a:pt x="803" y="1053"/>
                    <a:pt x="1003" y="903"/>
                  </a:cubicBezTo>
                  <a:cubicBezTo>
                    <a:pt x="1187" y="752"/>
                    <a:pt x="1321" y="535"/>
                    <a:pt x="1354" y="285"/>
                  </a:cubicBezTo>
                  <a:cubicBezTo>
                    <a:pt x="1371" y="101"/>
                    <a:pt x="1321" y="1"/>
                    <a:pt x="12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239;p58"/>
            <p:cNvSpPr/>
            <p:nvPr/>
          </p:nvSpPr>
          <p:spPr>
            <a:xfrm>
              <a:off x="4426660" y="1687420"/>
              <a:ext cx="265662" cy="185602"/>
            </a:xfrm>
            <a:custGeom>
              <a:avLst/>
              <a:gdLst/>
              <a:ahLst/>
              <a:cxnLst/>
              <a:rect l="l" t="t" r="r" b="b"/>
              <a:pathLst>
                <a:path w="8289" h="5791" extrusionOk="0">
                  <a:moveTo>
                    <a:pt x="4397" y="1"/>
                  </a:moveTo>
                  <a:cubicBezTo>
                    <a:pt x="4302" y="1"/>
                    <a:pt x="4206" y="2"/>
                    <a:pt x="4111" y="3"/>
                  </a:cubicBezTo>
                  <a:cubicBezTo>
                    <a:pt x="3075" y="20"/>
                    <a:pt x="1972" y="170"/>
                    <a:pt x="1187" y="772"/>
                  </a:cubicBezTo>
                  <a:cubicBezTo>
                    <a:pt x="619" y="1240"/>
                    <a:pt x="251" y="1908"/>
                    <a:pt x="151" y="2643"/>
                  </a:cubicBezTo>
                  <a:cubicBezTo>
                    <a:pt x="34" y="3512"/>
                    <a:pt x="1" y="4381"/>
                    <a:pt x="68" y="5267"/>
                  </a:cubicBezTo>
                  <a:cubicBezTo>
                    <a:pt x="68" y="5434"/>
                    <a:pt x="135" y="5601"/>
                    <a:pt x="285" y="5718"/>
                  </a:cubicBezTo>
                  <a:cubicBezTo>
                    <a:pt x="374" y="5769"/>
                    <a:pt x="483" y="5791"/>
                    <a:pt x="589" y="5791"/>
                  </a:cubicBezTo>
                  <a:cubicBezTo>
                    <a:pt x="622" y="5791"/>
                    <a:pt x="654" y="5788"/>
                    <a:pt x="686" y="5785"/>
                  </a:cubicBezTo>
                  <a:cubicBezTo>
                    <a:pt x="1906" y="5718"/>
                    <a:pt x="3209" y="4815"/>
                    <a:pt x="4111" y="4130"/>
                  </a:cubicBezTo>
                  <a:lnTo>
                    <a:pt x="4111" y="4130"/>
                  </a:lnTo>
                  <a:cubicBezTo>
                    <a:pt x="3877" y="4431"/>
                    <a:pt x="2641" y="5200"/>
                    <a:pt x="2407" y="5500"/>
                  </a:cubicBezTo>
                  <a:cubicBezTo>
                    <a:pt x="4412" y="5150"/>
                    <a:pt x="7219" y="3596"/>
                    <a:pt x="8272" y="2092"/>
                  </a:cubicBezTo>
                  <a:lnTo>
                    <a:pt x="8288" y="2042"/>
                  </a:lnTo>
                  <a:cubicBezTo>
                    <a:pt x="8171" y="1290"/>
                    <a:pt x="7486" y="655"/>
                    <a:pt x="6684" y="354"/>
                  </a:cubicBezTo>
                  <a:cubicBezTo>
                    <a:pt x="5983" y="71"/>
                    <a:pt x="5190" y="1"/>
                    <a:pt x="439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240;p58"/>
            <p:cNvSpPr/>
            <p:nvPr/>
          </p:nvSpPr>
          <p:spPr>
            <a:xfrm>
              <a:off x="4622133" y="1697964"/>
              <a:ext cx="178775" cy="325340"/>
            </a:xfrm>
            <a:custGeom>
              <a:avLst/>
              <a:gdLst/>
              <a:ahLst/>
              <a:cxnLst/>
              <a:rect l="l" t="t" r="r" b="b"/>
              <a:pathLst>
                <a:path w="5578" h="10151" extrusionOk="0">
                  <a:moveTo>
                    <a:pt x="564" y="1"/>
                  </a:moveTo>
                  <a:cubicBezTo>
                    <a:pt x="383" y="1"/>
                    <a:pt x="195" y="9"/>
                    <a:pt x="0" y="25"/>
                  </a:cubicBezTo>
                  <a:lnTo>
                    <a:pt x="1254" y="1613"/>
                  </a:lnTo>
                  <a:cubicBezTo>
                    <a:pt x="1254" y="1613"/>
                    <a:pt x="234" y="4954"/>
                    <a:pt x="2390" y="7243"/>
                  </a:cubicBezTo>
                  <a:cubicBezTo>
                    <a:pt x="2390" y="7243"/>
                    <a:pt x="2523" y="8597"/>
                    <a:pt x="4027" y="10151"/>
                  </a:cubicBezTo>
                  <a:cubicBezTo>
                    <a:pt x="4027" y="10151"/>
                    <a:pt x="4896" y="10134"/>
                    <a:pt x="5214" y="8513"/>
                  </a:cubicBezTo>
                  <a:cubicBezTo>
                    <a:pt x="5347" y="7878"/>
                    <a:pt x="5447" y="7227"/>
                    <a:pt x="5498" y="6592"/>
                  </a:cubicBezTo>
                  <a:cubicBezTo>
                    <a:pt x="5578" y="5145"/>
                    <a:pt x="5179" y="1"/>
                    <a:pt x="5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241;p58"/>
            <p:cNvSpPr/>
            <p:nvPr/>
          </p:nvSpPr>
          <p:spPr>
            <a:xfrm>
              <a:off x="4692291" y="1921224"/>
              <a:ext cx="59998" cy="90830"/>
            </a:xfrm>
            <a:custGeom>
              <a:avLst/>
              <a:gdLst/>
              <a:ahLst/>
              <a:cxnLst/>
              <a:rect l="l" t="t" r="r" b="b"/>
              <a:pathLst>
                <a:path w="1872" h="2834" extrusionOk="0">
                  <a:moveTo>
                    <a:pt x="471" y="0"/>
                  </a:moveTo>
                  <a:cubicBezTo>
                    <a:pt x="362" y="0"/>
                    <a:pt x="255" y="9"/>
                    <a:pt x="151" y="27"/>
                  </a:cubicBezTo>
                  <a:lnTo>
                    <a:pt x="0" y="2683"/>
                  </a:lnTo>
                  <a:cubicBezTo>
                    <a:pt x="124" y="2785"/>
                    <a:pt x="279" y="2833"/>
                    <a:pt x="433" y="2833"/>
                  </a:cubicBezTo>
                  <a:cubicBezTo>
                    <a:pt x="507" y="2833"/>
                    <a:pt x="581" y="2822"/>
                    <a:pt x="652" y="2800"/>
                  </a:cubicBezTo>
                  <a:cubicBezTo>
                    <a:pt x="852" y="2717"/>
                    <a:pt x="1053" y="2583"/>
                    <a:pt x="1203" y="2433"/>
                  </a:cubicBezTo>
                  <a:cubicBezTo>
                    <a:pt x="1437" y="2216"/>
                    <a:pt x="1621" y="1948"/>
                    <a:pt x="1755" y="1647"/>
                  </a:cubicBezTo>
                  <a:cubicBezTo>
                    <a:pt x="1872" y="1363"/>
                    <a:pt x="1872" y="1029"/>
                    <a:pt x="1755" y="728"/>
                  </a:cubicBezTo>
                  <a:cubicBezTo>
                    <a:pt x="1621" y="444"/>
                    <a:pt x="1370" y="210"/>
                    <a:pt x="1070" y="110"/>
                  </a:cubicBezTo>
                  <a:cubicBezTo>
                    <a:pt x="884" y="34"/>
                    <a:pt x="676" y="0"/>
                    <a:pt x="471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242;p58"/>
            <p:cNvSpPr/>
            <p:nvPr/>
          </p:nvSpPr>
          <p:spPr>
            <a:xfrm>
              <a:off x="3981678" y="2445242"/>
              <a:ext cx="831665" cy="425239"/>
            </a:xfrm>
            <a:custGeom>
              <a:avLst/>
              <a:gdLst/>
              <a:ahLst/>
              <a:cxnLst/>
              <a:rect l="l" t="t" r="r" b="b"/>
              <a:pathLst>
                <a:path w="25949" h="13268" extrusionOk="0">
                  <a:moveTo>
                    <a:pt x="13918" y="1"/>
                  </a:moveTo>
                  <a:lnTo>
                    <a:pt x="0" y="101"/>
                  </a:lnTo>
                  <a:lnTo>
                    <a:pt x="3375" y="13268"/>
                  </a:lnTo>
                  <a:lnTo>
                    <a:pt x="25948" y="13268"/>
                  </a:lnTo>
                  <a:lnTo>
                    <a:pt x="25948" y="11948"/>
                  </a:lnTo>
                  <a:lnTo>
                    <a:pt x="16642" y="11948"/>
                  </a:lnTo>
                  <a:lnTo>
                    <a:pt x="139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43;p58"/>
            <p:cNvSpPr/>
            <p:nvPr/>
          </p:nvSpPr>
          <p:spPr>
            <a:xfrm>
              <a:off x="4186221" y="2611069"/>
              <a:ext cx="69645" cy="75702"/>
            </a:xfrm>
            <a:custGeom>
              <a:avLst/>
              <a:gdLst/>
              <a:ahLst/>
              <a:cxnLst/>
              <a:rect l="l" t="t" r="r" b="b"/>
              <a:pathLst>
                <a:path w="2173" h="2362" extrusionOk="0">
                  <a:moveTo>
                    <a:pt x="953" y="1"/>
                  </a:moveTo>
                  <a:cubicBezTo>
                    <a:pt x="874" y="1"/>
                    <a:pt x="796" y="14"/>
                    <a:pt x="719" y="40"/>
                  </a:cubicBezTo>
                  <a:cubicBezTo>
                    <a:pt x="218" y="190"/>
                    <a:pt x="1" y="842"/>
                    <a:pt x="201" y="1460"/>
                  </a:cubicBezTo>
                  <a:cubicBezTo>
                    <a:pt x="387" y="2002"/>
                    <a:pt x="816" y="2362"/>
                    <a:pt x="1239" y="2362"/>
                  </a:cubicBezTo>
                  <a:cubicBezTo>
                    <a:pt x="1311" y="2362"/>
                    <a:pt x="1383" y="2351"/>
                    <a:pt x="1454" y="2329"/>
                  </a:cubicBezTo>
                  <a:cubicBezTo>
                    <a:pt x="1939" y="2179"/>
                    <a:pt x="2173" y="1527"/>
                    <a:pt x="1956" y="892"/>
                  </a:cubicBezTo>
                  <a:cubicBezTo>
                    <a:pt x="1787" y="358"/>
                    <a:pt x="1370" y="1"/>
                    <a:pt x="95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244;p58"/>
            <p:cNvSpPr/>
            <p:nvPr/>
          </p:nvSpPr>
          <p:spPr>
            <a:xfrm>
              <a:off x="4302434" y="2737634"/>
              <a:ext cx="788622" cy="250599"/>
            </a:xfrm>
            <a:custGeom>
              <a:avLst/>
              <a:gdLst/>
              <a:ahLst/>
              <a:cxnLst/>
              <a:rect l="l" t="t" r="r" b="b"/>
              <a:pathLst>
                <a:path w="24606" h="7819" extrusionOk="0">
                  <a:moveTo>
                    <a:pt x="23693" y="1"/>
                  </a:moveTo>
                  <a:lnTo>
                    <a:pt x="17260" y="485"/>
                  </a:lnTo>
                  <a:lnTo>
                    <a:pt x="17845" y="2891"/>
                  </a:lnTo>
                  <a:lnTo>
                    <a:pt x="5665" y="3977"/>
                  </a:lnTo>
                  <a:lnTo>
                    <a:pt x="5665" y="3994"/>
                  </a:lnTo>
                  <a:lnTo>
                    <a:pt x="5113" y="4011"/>
                  </a:lnTo>
                  <a:cubicBezTo>
                    <a:pt x="4295" y="3827"/>
                    <a:pt x="3610" y="3259"/>
                    <a:pt x="3275" y="2490"/>
                  </a:cubicBezTo>
                  <a:cubicBezTo>
                    <a:pt x="3197" y="2286"/>
                    <a:pt x="3074" y="2053"/>
                    <a:pt x="2880" y="2053"/>
                  </a:cubicBezTo>
                  <a:cubicBezTo>
                    <a:pt x="2867" y="2053"/>
                    <a:pt x="2854" y="2054"/>
                    <a:pt x="2841" y="2056"/>
                  </a:cubicBezTo>
                  <a:cubicBezTo>
                    <a:pt x="2724" y="2089"/>
                    <a:pt x="2640" y="2206"/>
                    <a:pt x="2624" y="2323"/>
                  </a:cubicBezTo>
                  <a:cubicBezTo>
                    <a:pt x="2624" y="2440"/>
                    <a:pt x="2640" y="2557"/>
                    <a:pt x="2691" y="2674"/>
                  </a:cubicBezTo>
                  <a:cubicBezTo>
                    <a:pt x="2841" y="3159"/>
                    <a:pt x="3041" y="3627"/>
                    <a:pt x="3275" y="4061"/>
                  </a:cubicBezTo>
                  <a:lnTo>
                    <a:pt x="0" y="4161"/>
                  </a:lnTo>
                  <a:cubicBezTo>
                    <a:pt x="0" y="4161"/>
                    <a:pt x="779" y="7818"/>
                    <a:pt x="4813" y="7818"/>
                  </a:cubicBezTo>
                  <a:cubicBezTo>
                    <a:pt x="4959" y="7818"/>
                    <a:pt x="5109" y="7814"/>
                    <a:pt x="5264" y="7804"/>
                  </a:cubicBezTo>
                  <a:lnTo>
                    <a:pt x="19232" y="7787"/>
                  </a:lnTo>
                  <a:cubicBezTo>
                    <a:pt x="19298" y="7790"/>
                    <a:pt x="19364" y="7791"/>
                    <a:pt x="19429" y="7791"/>
                  </a:cubicBezTo>
                  <a:cubicBezTo>
                    <a:pt x="22327" y="7791"/>
                    <a:pt x="24605" y="5282"/>
                    <a:pt x="24295" y="2373"/>
                  </a:cubicBezTo>
                  <a:lnTo>
                    <a:pt x="23693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245;p58"/>
            <p:cNvSpPr/>
            <p:nvPr/>
          </p:nvSpPr>
          <p:spPr>
            <a:xfrm>
              <a:off x="4700591" y="1934910"/>
              <a:ext cx="30832" cy="52113"/>
            </a:xfrm>
            <a:custGeom>
              <a:avLst/>
              <a:gdLst/>
              <a:ahLst/>
              <a:cxnLst/>
              <a:rect l="l" t="t" r="r" b="b"/>
              <a:pathLst>
                <a:path w="962" h="1626" extrusionOk="0">
                  <a:moveTo>
                    <a:pt x="393" y="1"/>
                  </a:moveTo>
                  <a:cubicBezTo>
                    <a:pt x="109" y="1"/>
                    <a:pt x="9" y="201"/>
                    <a:pt x="42" y="201"/>
                  </a:cubicBezTo>
                  <a:cubicBezTo>
                    <a:pt x="46" y="206"/>
                    <a:pt x="52" y="207"/>
                    <a:pt x="59" y="207"/>
                  </a:cubicBezTo>
                  <a:cubicBezTo>
                    <a:pt x="97" y="207"/>
                    <a:pt x="173" y="155"/>
                    <a:pt x="283" y="155"/>
                  </a:cubicBezTo>
                  <a:cubicBezTo>
                    <a:pt x="312" y="155"/>
                    <a:pt x="343" y="159"/>
                    <a:pt x="376" y="168"/>
                  </a:cubicBezTo>
                  <a:cubicBezTo>
                    <a:pt x="610" y="268"/>
                    <a:pt x="744" y="519"/>
                    <a:pt x="694" y="769"/>
                  </a:cubicBezTo>
                  <a:cubicBezTo>
                    <a:pt x="660" y="1087"/>
                    <a:pt x="527" y="1388"/>
                    <a:pt x="360" y="1454"/>
                  </a:cubicBezTo>
                  <a:cubicBezTo>
                    <a:pt x="293" y="1484"/>
                    <a:pt x="236" y="1493"/>
                    <a:pt x="188" y="1493"/>
                  </a:cubicBezTo>
                  <a:cubicBezTo>
                    <a:pt x="129" y="1493"/>
                    <a:pt x="85" y="1479"/>
                    <a:pt x="61" y="1479"/>
                  </a:cubicBezTo>
                  <a:cubicBezTo>
                    <a:pt x="52" y="1479"/>
                    <a:pt x="45" y="1482"/>
                    <a:pt x="42" y="1488"/>
                  </a:cubicBezTo>
                  <a:cubicBezTo>
                    <a:pt x="1" y="1488"/>
                    <a:pt x="85" y="1625"/>
                    <a:pt x="276" y="1625"/>
                  </a:cubicBezTo>
                  <a:cubicBezTo>
                    <a:pt x="316" y="1625"/>
                    <a:pt x="361" y="1619"/>
                    <a:pt x="410" y="1605"/>
                  </a:cubicBezTo>
                  <a:cubicBezTo>
                    <a:pt x="577" y="1555"/>
                    <a:pt x="694" y="1454"/>
                    <a:pt x="777" y="1304"/>
                  </a:cubicBezTo>
                  <a:cubicBezTo>
                    <a:pt x="861" y="1154"/>
                    <a:pt x="911" y="970"/>
                    <a:pt x="928" y="803"/>
                  </a:cubicBezTo>
                  <a:cubicBezTo>
                    <a:pt x="961" y="602"/>
                    <a:pt x="911" y="418"/>
                    <a:pt x="811" y="251"/>
                  </a:cubicBezTo>
                  <a:cubicBezTo>
                    <a:pt x="710" y="118"/>
                    <a:pt x="560" y="17"/>
                    <a:pt x="393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3247;p58"/>
          <p:cNvGrpSpPr/>
          <p:nvPr/>
        </p:nvGrpSpPr>
        <p:grpSpPr>
          <a:xfrm>
            <a:off x="2641408" y="1905997"/>
            <a:ext cx="1058740" cy="1817320"/>
            <a:chOff x="1530438" y="1390423"/>
            <a:chExt cx="1058740" cy="1362990"/>
          </a:xfrm>
        </p:grpSpPr>
        <p:sp>
          <p:nvSpPr>
            <p:cNvPr id="109" name="Google Shape;3248;p58"/>
            <p:cNvSpPr/>
            <p:nvPr/>
          </p:nvSpPr>
          <p:spPr>
            <a:xfrm>
              <a:off x="2295695" y="2237633"/>
              <a:ext cx="255471" cy="325628"/>
            </a:xfrm>
            <a:custGeom>
              <a:avLst/>
              <a:gdLst/>
              <a:ahLst/>
              <a:cxnLst/>
              <a:rect l="l" t="t" r="r" b="b"/>
              <a:pathLst>
                <a:path w="7971" h="10160" extrusionOk="0">
                  <a:moveTo>
                    <a:pt x="4996" y="0"/>
                  </a:moveTo>
                  <a:lnTo>
                    <a:pt x="1" y="3158"/>
                  </a:lnTo>
                  <a:lnTo>
                    <a:pt x="4529" y="10159"/>
                  </a:lnTo>
                  <a:cubicBezTo>
                    <a:pt x="4529" y="10159"/>
                    <a:pt x="7035" y="7452"/>
                    <a:pt x="7970" y="4528"/>
                  </a:cubicBezTo>
                  <a:lnTo>
                    <a:pt x="49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49;p58"/>
            <p:cNvSpPr/>
            <p:nvPr/>
          </p:nvSpPr>
          <p:spPr>
            <a:xfrm>
              <a:off x="2295670" y="2237633"/>
              <a:ext cx="255471" cy="325628"/>
            </a:xfrm>
            <a:custGeom>
              <a:avLst/>
              <a:gdLst/>
              <a:ahLst/>
              <a:cxnLst/>
              <a:rect l="l" t="t" r="r" b="b"/>
              <a:pathLst>
                <a:path w="7971" h="10160" extrusionOk="0">
                  <a:moveTo>
                    <a:pt x="4996" y="0"/>
                  </a:moveTo>
                  <a:lnTo>
                    <a:pt x="1" y="3158"/>
                  </a:lnTo>
                  <a:lnTo>
                    <a:pt x="4529" y="10159"/>
                  </a:lnTo>
                  <a:cubicBezTo>
                    <a:pt x="4529" y="10159"/>
                    <a:pt x="7035" y="7452"/>
                    <a:pt x="7970" y="4528"/>
                  </a:cubicBezTo>
                  <a:lnTo>
                    <a:pt x="4996" y="0"/>
                  </a:lnTo>
                  <a:close/>
                </a:path>
              </a:pathLst>
            </a:custGeom>
            <a:solidFill>
              <a:srgbClr val="263238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50;p58"/>
            <p:cNvSpPr/>
            <p:nvPr/>
          </p:nvSpPr>
          <p:spPr>
            <a:xfrm>
              <a:off x="1902730" y="1390423"/>
              <a:ext cx="428348" cy="267810"/>
            </a:xfrm>
            <a:custGeom>
              <a:avLst/>
              <a:gdLst/>
              <a:ahLst/>
              <a:cxnLst/>
              <a:rect l="l" t="t" r="r" b="b"/>
              <a:pathLst>
                <a:path w="13365" h="8356" extrusionOk="0">
                  <a:moveTo>
                    <a:pt x="8815" y="1"/>
                  </a:moveTo>
                  <a:cubicBezTo>
                    <a:pt x="8513" y="1"/>
                    <a:pt x="8211" y="68"/>
                    <a:pt x="7934" y="202"/>
                  </a:cubicBezTo>
                  <a:cubicBezTo>
                    <a:pt x="7416" y="436"/>
                    <a:pt x="6931" y="737"/>
                    <a:pt x="6497" y="1104"/>
                  </a:cubicBezTo>
                  <a:cubicBezTo>
                    <a:pt x="6024" y="524"/>
                    <a:pt x="5384" y="262"/>
                    <a:pt x="4753" y="262"/>
                  </a:cubicBezTo>
                  <a:cubicBezTo>
                    <a:pt x="3624" y="262"/>
                    <a:pt x="2524" y="1101"/>
                    <a:pt x="2470" y="2441"/>
                  </a:cubicBezTo>
                  <a:cubicBezTo>
                    <a:pt x="2279" y="2374"/>
                    <a:pt x="2087" y="2343"/>
                    <a:pt x="1900" y="2343"/>
                  </a:cubicBezTo>
                  <a:cubicBezTo>
                    <a:pt x="877" y="2343"/>
                    <a:pt x="0" y="3277"/>
                    <a:pt x="198" y="4379"/>
                  </a:cubicBezTo>
                  <a:cubicBezTo>
                    <a:pt x="265" y="4847"/>
                    <a:pt x="549" y="5281"/>
                    <a:pt x="482" y="5749"/>
                  </a:cubicBezTo>
                  <a:cubicBezTo>
                    <a:pt x="415" y="6200"/>
                    <a:pt x="64" y="6635"/>
                    <a:pt x="265" y="7036"/>
                  </a:cubicBezTo>
                  <a:cubicBezTo>
                    <a:pt x="415" y="7353"/>
                    <a:pt x="850" y="7420"/>
                    <a:pt x="1184" y="7537"/>
                  </a:cubicBezTo>
                  <a:cubicBezTo>
                    <a:pt x="1535" y="7671"/>
                    <a:pt x="1869" y="8088"/>
                    <a:pt x="1618" y="8356"/>
                  </a:cubicBezTo>
                  <a:lnTo>
                    <a:pt x="10256" y="4730"/>
                  </a:lnTo>
                  <a:cubicBezTo>
                    <a:pt x="10525" y="5119"/>
                    <a:pt x="10989" y="5308"/>
                    <a:pt x="11462" y="5308"/>
                  </a:cubicBezTo>
                  <a:cubicBezTo>
                    <a:pt x="11843" y="5308"/>
                    <a:pt x="12231" y="5186"/>
                    <a:pt x="12529" y="4947"/>
                  </a:cubicBezTo>
                  <a:cubicBezTo>
                    <a:pt x="13180" y="4396"/>
                    <a:pt x="13364" y="3427"/>
                    <a:pt x="13147" y="2608"/>
                  </a:cubicBezTo>
                  <a:cubicBezTo>
                    <a:pt x="12997" y="2006"/>
                    <a:pt x="12612" y="1489"/>
                    <a:pt x="12061" y="1204"/>
                  </a:cubicBezTo>
                  <a:cubicBezTo>
                    <a:pt x="11859" y="1109"/>
                    <a:pt x="11644" y="1063"/>
                    <a:pt x="11431" y="1063"/>
                  </a:cubicBezTo>
                  <a:cubicBezTo>
                    <a:pt x="11047" y="1063"/>
                    <a:pt x="10670" y="1215"/>
                    <a:pt x="10390" y="1505"/>
                  </a:cubicBezTo>
                  <a:cubicBezTo>
                    <a:pt x="10490" y="954"/>
                    <a:pt x="10106" y="369"/>
                    <a:pt x="9588" y="152"/>
                  </a:cubicBezTo>
                  <a:cubicBezTo>
                    <a:pt x="9340" y="51"/>
                    <a:pt x="9077" y="1"/>
                    <a:pt x="8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51;p58"/>
            <p:cNvSpPr/>
            <p:nvPr/>
          </p:nvSpPr>
          <p:spPr>
            <a:xfrm>
              <a:off x="1949235" y="1495034"/>
              <a:ext cx="326686" cy="609271"/>
            </a:xfrm>
            <a:custGeom>
              <a:avLst/>
              <a:gdLst/>
              <a:ahLst/>
              <a:cxnLst/>
              <a:rect l="l" t="t" r="r" b="b"/>
              <a:pathLst>
                <a:path w="10193" h="19010" extrusionOk="0">
                  <a:moveTo>
                    <a:pt x="5760" y="1"/>
                  </a:moveTo>
                  <a:cubicBezTo>
                    <a:pt x="3962" y="1"/>
                    <a:pt x="2169" y="510"/>
                    <a:pt x="602" y="1516"/>
                  </a:cubicBezTo>
                  <a:lnTo>
                    <a:pt x="334" y="1683"/>
                  </a:lnTo>
                  <a:lnTo>
                    <a:pt x="17" y="15618"/>
                  </a:lnTo>
                  <a:cubicBezTo>
                    <a:pt x="0" y="17489"/>
                    <a:pt x="1521" y="19010"/>
                    <a:pt x="3392" y="19010"/>
                  </a:cubicBezTo>
                  <a:cubicBezTo>
                    <a:pt x="5180" y="19010"/>
                    <a:pt x="6667" y="17606"/>
                    <a:pt x="6750" y="15819"/>
                  </a:cubicBezTo>
                  <a:cubicBezTo>
                    <a:pt x="6834" y="14348"/>
                    <a:pt x="6901" y="12911"/>
                    <a:pt x="6901" y="12911"/>
                  </a:cubicBezTo>
                  <a:cubicBezTo>
                    <a:pt x="6901" y="12911"/>
                    <a:pt x="9641" y="12711"/>
                    <a:pt x="9908" y="10021"/>
                  </a:cubicBezTo>
                  <a:cubicBezTo>
                    <a:pt x="10159" y="7331"/>
                    <a:pt x="10192" y="1098"/>
                    <a:pt x="10192" y="1098"/>
                  </a:cubicBezTo>
                  <a:cubicBezTo>
                    <a:pt x="8800" y="364"/>
                    <a:pt x="7279" y="1"/>
                    <a:pt x="5760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52;p58"/>
            <p:cNvSpPr/>
            <p:nvPr/>
          </p:nvSpPr>
          <p:spPr>
            <a:xfrm>
              <a:off x="2090063" y="1662367"/>
              <a:ext cx="28396" cy="25127"/>
            </a:xfrm>
            <a:custGeom>
              <a:avLst/>
              <a:gdLst/>
              <a:ahLst/>
              <a:cxnLst/>
              <a:rect l="l" t="t" r="r" b="b"/>
              <a:pathLst>
                <a:path w="886" h="784" extrusionOk="0">
                  <a:moveTo>
                    <a:pt x="442" y="1"/>
                  </a:moveTo>
                  <a:cubicBezTo>
                    <a:pt x="279" y="1"/>
                    <a:pt x="120" y="99"/>
                    <a:pt x="67" y="272"/>
                  </a:cubicBezTo>
                  <a:cubicBezTo>
                    <a:pt x="0" y="472"/>
                    <a:pt x="117" y="689"/>
                    <a:pt x="318" y="756"/>
                  </a:cubicBezTo>
                  <a:cubicBezTo>
                    <a:pt x="366" y="775"/>
                    <a:pt x="415" y="784"/>
                    <a:pt x="461" y="784"/>
                  </a:cubicBezTo>
                  <a:cubicBezTo>
                    <a:pt x="624" y="784"/>
                    <a:pt x="767" y="678"/>
                    <a:pt x="819" y="522"/>
                  </a:cubicBezTo>
                  <a:cubicBezTo>
                    <a:pt x="886" y="305"/>
                    <a:pt x="786" y="88"/>
                    <a:pt x="569" y="21"/>
                  </a:cubicBezTo>
                  <a:cubicBezTo>
                    <a:pt x="527" y="7"/>
                    <a:pt x="484" y="1"/>
                    <a:pt x="4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53;p58"/>
            <p:cNvSpPr/>
            <p:nvPr/>
          </p:nvSpPr>
          <p:spPr>
            <a:xfrm>
              <a:off x="2087915" y="1653650"/>
              <a:ext cx="45543" cy="13942"/>
            </a:xfrm>
            <a:custGeom>
              <a:avLst/>
              <a:gdLst/>
              <a:ahLst/>
              <a:cxnLst/>
              <a:rect l="l" t="t" r="r" b="b"/>
              <a:pathLst>
                <a:path w="1421" h="435" extrusionOk="0">
                  <a:moveTo>
                    <a:pt x="662" y="0"/>
                  </a:moveTo>
                  <a:cubicBezTo>
                    <a:pt x="492" y="0"/>
                    <a:pt x="322" y="47"/>
                    <a:pt x="168" y="143"/>
                  </a:cubicBezTo>
                  <a:cubicBezTo>
                    <a:pt x="51" y="226"/>
                    <a:pt x="1" y="310"/>
                    <a:pt x="17" y="327"/>
                  </a:cubicBezTo>
                  <a:cubicBezTo>
                    <a:pt x="22" y="333"/>
                    <a:pt x="30" y="336"/>
                    <a:pt x="43" y="336"/>
                  </a:cubicBezTo>
                  <a:cubicBezTo>
                    <a:pt x="122" y="336"/>
                    <a:pt x="357" y="225"/>
                    <a:pt x="664" y="225"/>
                  </a:cubicBezTo>
                  <a:cubicBezTo>
                    <a:pt x="682" y="225"/>
                    <a:pt x="701" y="225"/>
                    <a:pt x="719" y="226"/>
                  </a:cubicBezTo>
                  <a:cubicBezTo>
                    <a:pt x="1049" y="256"/>
                    <a:pt x="1298" y="434"/>
                    <a:pt x="1370" y="434"/>
                  </a:cubicBezTo>
                  <a:cubicBezTo>
                    <a:pt x="1378" y="434"/>
                    <a:pt x="1384" y="432"/>
                    <a:pt x="1387" y="427"/>
                  </a:cubicBezTo>
                  <a:cubicBezTo>
                    <a:pt x="1421" y="410"/>
                    <a:pt x="1387" y="327"/>
                    <a:pt x="1270" y="226"/>
                  </a:cubicBezTo>
                  <a:cubicBezTo>
                    <a:pt x="1093" y="76"/>
                    <a:pt x="878" y="0"/>
                    <a:pt x="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54;p58"/>
            <p:cNvSpPr/>
            <p:nvPr/>
          </p:nvSpPr>
          <p:spPr>
            <a:xfrm>
              <a:off x="2221788" y="1662367"/>
              <a:ext cx="28428" cy="25127"/>
            </a:xfrm>
            <a:custGeom>
              <a:avLst/>
              <a:gdLst/>
              <a:ahLst/>
              <a:cxnLst/>
              <a:rect l="l" t="t" r="r" b="b"/>
              <a:pathLst>
                <a:path w="887" h="784" extrusionOk="0">
                  <a:moveTo>
                    <a:pt x="442" y="1"/>
                  </a:moveTo>
                  <a:cubicBezTo>
                    <a:pt x="279" y="1"/>
                    <a:pt x="121" y="99"/>
                    <a:pt x="68" y="272"/>
                  </a:cubicBezTo>
                  <a:cubicBezTo>
                    <a:pt x="1" y="472"/>
                    <a:pt x="118" y="689"/>
                    <a:pt x="318" y="756"/>
                  </a:cubicBezTo>
                  <a:cubicBezTo>
                    <a:pt x="367" y="775"/>
                    <a:pt x="415" y="784"/>
                    <a:pt x="462" y="784"/>
                  </a:cubicBezTo>
                  <a:cubicBezTo>
                    <a:pt x="625" y="784"/>
                    <a:pt x="768" y="678"/>
                    <a:pt x="819" y="522"/>
                  </a:cubicBezTo>
                  <a:cubicBezTo>
                    <a:pt x="886" y="305"/>
                    <a:pt x="786" y="88"/>
                    <a:pt x="569" y="21"/>
                  </a:cubicBezTo>
                  <a:cubicBezTo>
                    <a:pt x="527" y="7"/>
                    <a:pt x="485" y="1"/>
                    <a:pt x="4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255;p58"/>
            <p:cNvSpPr/>
            <p:nvPr/>
          </p:nvSpPr>
          <p:spPr>
            <a:xfrm>
              <a:off x="2221275" y="1654130"/>
              <a:ext cx="45543" cy="13846"/>
            </a:xfrm>
            <a:custGeom>
              <a:avLst/>
              <a:gdLst/>
              <a:ahLst/>
              <a:cxnLst/>
              <a:rect l="l" t="t" r="r" b="b"/>
              <a:pathLst>
                <a:path w="1421" h="432" extrusionOk="0">
                  <a:moveTo>
                    <a:pt x="669" y="0"/>
                  </a:moveTo>
                  <a:cubicBezTo>
                    <a:pt x="497" y="0"/>
                    <a:pt x="324" y="47"/>
                    <a:pt x="167" y="144"/>
                  </a:cubicBezTo>
                  <a:cubicBezTo>
                    <a:pt x="50" y="228"/>
                    <a:pt x="0" y="312"/>
                    <a:pt x="17" y="328"/>
                  </a:cubicBezTo>
                  <a:cubicBezTo>
                    <a:pt x="23" y="334"/>
                    <a:pt x="32" y="337"/>
                    <a:pt x="44" y="337"/>
                  </a:cubicBezTo>
                  <a:cubicBezTo>
                    <a:pt x="125" y="337"/>
                    <a:pt x="335" y="224"/>
                    <a:pt x="624" y="224"/>
                  </a:cubicBezTo>
                  <a:cubicBezTo>
                    <a:pt x="655" y="224"/>
                    <a:pt x="686" y="225"/>
                    <a:pt x="718" y="228"/>
                  </a:cubicBezTo>
                  <a:cubicBezTo>
                    <a:pt x="1060" y="243"/>
                    <a:pt x="1315" y="432"/>
                    <a:pt x="1376" y="432"/>
                  </a:cubicBezTo>
                  <a:cubicBezTo>
                    <a:pt x="1381" y="432"/>
                    <a:pt x="1384" y="431"/>
                    <a:pt x="1387" y="428"/>
                  </a:cubicBezTo>
                  <a:cubicBezTo>
                    <a:pt x="1420" y="412"/>
                    <a:pt x="1387" y="312"/>
                    <a:pt x="1270" y="211"/>
                  </a:cubicBezTo>
                  <a:cubicBezTo>
                    <a:pt x="1094" y="73"/>
                    <a:pt x="883" y="0"/>
                    <a:pt x="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256;p58"/>
            <p:cNvSpPr/>
            <p:nvPr/>
          </p:nvSpPr>
          <p:spPr>
            <a:xfrm>
              <a:off x="2174675" y="1657143"/>
              <a:ext cx="32691" cy="106310"/>
            </a:xfrm>
            <a:custGeom>
              <a:avLst/>
              <a:gdLst/>
              <a:ahLst/>
              <a:cxnLst/>
              <a:rect l="l" t="t" r="r" b="b"/>
              <a:pathLst>
                <a:path w="1020" h="3317" extrusionOk="0">
                  <a:moveTo>
                    <a:pt x="69" y="0"/>
                  </a:moveTo>
                  <a:cubicBezTo>
                    <a:pt x="68" y="0"/>
                    <a:pt x="68" y="0"/>
                    <a:pt x="67" y="0"/>
                  </a:cubicBezTo>
                  <a:cubicBezTo>
                    <a:pt x="0" y="17"/>
                    <a:pt x="218" y="919"/>
                    <a:pt x="535" y="2039"/>
                  </a:cubicBezTo>
                  <a:cubicBezTo>
                    <a:pt x="619" y="2306"/>
                    <a:pt x="702" y="2557"/>
                    <a:pt x="769" y="2807"/>
                  </a:cubicBezTo>
                  <a:cubicBezTo>
                    <a:pt x="819" y="2891"/>
                    <a:pt x="836" y="2991"/>
                    <a:pt x="819" y="3091"/>
                  </a:cubicBezTo>
                  <a:cubicBezTo>
                    <a:pt x="819" y="3142"/>
                    <a:pt x="736" y="3158"/>
                    <a:pt x="635" y="3158"/>
                  </a:cubicBezTo>
                  <a:cubicBezTo>
                    <a:pt x="251" y="3192"/>
                    <a:pt x="17" y="3208"/>
                    <a:pt x="17" y="3242"/>
                  </a:cubicBezTo>
                  <a:cubicBezTo>
                    <a:pt x="17" y="3275"/>
                    <a:pt x="251" y="3292"/>
                    <a:pt x="635" y="3309"/>
                  </a:cubicBezTo>
                  <a:cubicBezTo>
                    <a:pt x="652" y="3314"/>
                    <a:pt x="671" y="3316"/>
                    <a:pt x="690" y="3316"/>
                  </a:cubicBezTo>
                  <a:cubicBezTo>
                    <a:pt x="728" y="3316"/>
                    <a:pt x="769" y="3309"/>
                    <a:pt x="802" y="3309"/>
                  </a:cubicBezTo>
                  <a:cubicBezTo>
                    <a:pt x="886" y="3292"/>
                    <a:pt x="953" y="3242"/>
                    <a:pt x="986" y="3158"/>
                  </a:cubicBezTo>
                  <a:cubicBezTo>
                    <a:pt x="1020" y="3025"/>
                    <a:pt x="1020" y="2891"/>
                    <a:pt x="969" y="2757"/>
                  </a:cubicBezTo>
                  <a:cubicBezTo>
                    <a:pt x="886" y="2507"/>
                    <a:pt x="819" y="2239"/>
                    <a:pt x="752" y="1972"/>
                  </a:cubicBezTo>
                  <a:cubicBezTo>
                    <a:pt x="421" y="879"/>
                    <a:pt x="123" y="0"/>
                    <a:pt x="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257;p58"/>
            <p:cNvSpPr/>
            <p:nvPr/>
          </p:nvSpPr>
          <p:spPr>
            <a:xfrm>
              <a:off x="2127016" y="1771209"/>
              <a:ext cx="65895" cy="34582"/>
            </a:xfrm>
            <a:custGeom>
              <a:avLst/>
              <a:gdLst/>
              <a:ahLst/>
              <a:cxnLst/>
              <a:rect l="l" t="t" r="r" b="b"/>
              <a:pathLst>
                <a:path w="2056" h="1079" extrusionOk="0">
                  <a:moveTo>
                    <a:pt x="251" y="0"/>
                  </a:moveTo>
                  <a:cubicBezTo>
                    <a:pt x="251" y="0"/>
                    <a:pt x="0" y="618"/>
                    <a:pt x="786" y="986"/>
                  </a:cubicBezTo>
                  <a:cubicBezTo>
                    <a:pt x="926" y="1049"/>
                    <a:pt x="1074" y="1079"/>
                    <a:pt x="1219" y="1079"/>
                  </a:cubicBezTo>
                  <a:cubicBezTo>
                    <a:pt x="1539" y="1079"/>
                    <a:pt x="1849" y="933"/>
                    <a:pt x="2055" y="669"/>
                  </a:cubicBezTo>
                  <a:cubicBezTo>
                    <a:pt x="1421" y="518"/>
                    <a:pt x="819" y="284"/>
                    <a:pt x="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258;p58"/>
            <p:cNvSpPr/>
            <p:nvPr/>
          </p:nvSpPr>
          <p:spPr>
            <a:xfrm>
              <a:off x="2059551" y="1866526"/>
              <a:ext cx="110861" cy="63747"/>
            </a:xfrm>
            <a:custGeom>
              <a:avLst/>
              <a:gdLst/>
              <a:ahLst/>
              <a:cxnLst/>
              <a:rect l="l" t="t" r="r" b="b"/>
              <a:pathLst>
                <a:path w="3459" h="1989" extrusionOk="0">
                  <a:moveTo>
                    <a:pt x="0" y="0"/>
                  </a:moveTo>
                  <a:cubicBezTo>
                    <a:pt x="0" y="0"/>
                    <a:pt x="663" y="1989"/>
                    <a:pt x="3375" y="1989"/>
                  </a:cubicBezTo>
                  <a:cubicBezTo>
                    <a:pt x="3386" y="1989"/>
                    <a:pt x="3397" y="1989"/>
                    <a:pt x="3409" y="1989"/>
                  </a:cubicBezTo>
                  <a:lnTo>
                    <a:pt x="3459" y="1287"/>
                  </a:lnTo>
                  <a:cubicBezTo>
                    <a:pt x="2206" y="1203"/>
                    <a:pt x="1003" y="752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32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259;p58"/>
            <p:cNvSpPr/>
            <p:nvPr/>
          </p:nvSpPr>
          <p:spPr>
            <a:xfrm>
              <a:off x="1895711" y="1662367"/>
              <a:ext cx="62113" cy="99451"/>
            </a:xfrm>
            <a:custGeom>
              <a:avLst/>
              <a:gdLst/>
              <a:ahLst/>
              <a:cxnLst/>
              <a:rect l="l" t="t" r="r" b="b"/>
              <a:pathLst>
                <a:path w="1938" h="3103" extrusionOk="0">
                  <a:moveTo>
                    <a:pt x="1448" y="1"/>
                  </a:moveTo>
                  <a:cubicBezTo>
                    <a:pt x="943" y="1"/>
                    <a:pt x="209" y="247"/>
                    <a:pt x="99" y="1542"/>
                  </a:cubicBezTo>
                  <a:cubicBezTo>
                    <a:pt x="0" y="2851"/>
                    <a:pt x="807" y="3102"/>
                    <a:pt x="1374" y="3102"/>
                  </a:cubicBezTo>
                  <a:cubicBezTo>
                    <a:pt x="1668" y="3102"/>
                    <a:pt x="1898" y="3035"/>
                    <a:pt x="1904" y="3012"/>
                  </a:cubicBezTo>
                  <a:cubicBezTo>
                    <a:pt x="1904" y="2979"/>
                    <a:pt x="1921" y="1191"/>
                    <a:pt x="1937" y="422"/>
                  </a:cubicBezTo>
                  <a:cubicBezTo>
                    <a:pt x="1937" y="205"/>
                    <a:pt x="1770" y="21"/>
                    <a:pt x="1553" y="4"/>
                  </a:cubicBezTo>
                  <a:cubicBezTo>
                    <a:pt x="1520" y="2"/>
                    <a:pt x="1485" y="1"/>
                    <a:pt x="1448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260;p58"/>
            <p:cNvSpPr/>
            <p:nvPr/>
          </p:nvSpPr>
          <p:spPr>
            <a:xfrm>
              <a:off x="1915486" y="1682687"/>
              <a:ext cx="27883" cy="55767"/>
            </a:xfrm>
            <a:custGeom>
              <a:avLst/>
              <a:gdLst/>
              <a:ahLst/>
              <a:cxnLst/>
              <a:rect l="l" t="t" r="r" b="b"/>
              <a:pathLst>
                <a:path w="870" h="1740" extrusionOk="0">
                  <a:moveTo>
                    <a:pt x="605" y="1"/>
                  </a:moveTo>
                  <a:cubicBezTo>
                    <a:pt x="593" y="1"/>
                    <a:pt x="581" y="2"/>
                    <a:pt x="569" y="5"/>
                  </a:cubicBezTo>
                  <a:cubicBezTo>
                    <a:pt x="401" y="22"/>
                    <a:pt x="251" y="122"/>
                    <a:pt x="184" y="273"/>
                  </a:cubicBezTo>
                  <a:cubicBezTo>
                    <a:pt x="84" y="440"/>
                    <a:pt x="17" y="624"/>
                    <a:pt x="17" y="824"/>
                  </a:cubicBezTo>
                  <a:cubicBezTo>
                    <a:pt x="0" y="1225"/>
                    <a:pt x="168" y="1609"/>
                    <a:pt x="452" y="1710"/>
                  </a:cubicBezTo>
                  <a:cubicBezTo>
                    <a:pt x="501" y="1731"/>
                    <a:pt x="550" y="1740"/>
                    <a:pt x="597" y="1740"/>
                  </a:cubicBezTo>
                  <a:cubicBezTo>
                    <a:pt x="664" y="1740"/>
                    <a:pt x="727" y="1722"/>
                    <a:pt x="786" y="1693"/>
                  </a:cubicBezTo>
                  <a:cubicBezTo>
                    <a:pt x="853" y="1643"/>
                    <a:pt x="869" y="1593"/>
                    <a:pt x="853" y="1593"/>
                  </a:cubicBezTo>
                  <a:cubicBezTo>
                    <a:pt x="853" y="1593"/>
                    <a:pt x="819" y="1609"/>
                    <a:pt x="752" y="1643"/>
                  </a:cubicBezTo>
                  <a:cubicBezTo>
                    <a:pt x="720" y="1656"/>
                    <a:pt x="688" y="1661"/>
                    <a:pt x="657" y="1661"/>
                  </a:cubicBezTo>
                  <a:cubicBezTo>
                    <a:pt x="605" y="1661"/>
                    <a:pt x="553" y="1647"/>
                    <a:pt x="502" y="1626"/>
                  </a:cubicBezTo>
                  <a:cubicBezTo>
                    <a:pt x="284" y="1526"/>
                    <a:pt x="134" y="1192"/>
                    <a:pt x="151" y="824"/>
                  </a:cubicBezTo>
                  <a:cubicBezTo>
                    <a:pt x="168" y="657"/>
                    <a:pt x="201" y="490"/>
                    <a:pt x="284" y="339"/>
                  </a:cubicBezTo>
                  <a:cubicBezTo>
                    <a:pt x="335" y="223"/>
                    <a:pt x="452" y="122"/>
                    <a:pt x="569" y="89"/>
                  </a:cubicBezTo>
                  <a:cubicBezTo>
                    <a:pt x="579" y="87"/>
                    <a:pt x="590" y="86"/>
                    <a:pt x="601" y="86"/>
                  </a:cubicBezTo>
                  <a:cubicBezTo>
                    <a:pt x="673" y="86"/>
                    <a:pt x="740" y="133"/>
                    <a:pt x="769" y="206"/>
                  </a:cubicBezTo>
                  <a:cubicBezTo>
                    <a:pt x="786" y="256"/>
                    <a:pt x="786" y="306"/>
                    <a:pt x="786" y="306"/>
                  </a:cubicBezTo>
                  <a:cubicBezTo>
                    <a:pt x="786" y="306"/>
                    <a:pt x="836" y="273"/>
                    <a:pt x="819" y="189"/>
                  </a:cubicBezTo>
                  <a:cubicBezTo>
                    <a:pt x="819" y="139"/>
                    <a:pt x="786" y="89"/>
                    <a:pt x="752" y="55"/>
                  </a:cubicBezTo>
                  <a:cubicBezTo>
                    <a:pt x="711" y="28"/>
                    <a:pt x="659" y="1"/>
                    <a:pt x="605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261;p58"/>
            <p:cNvSpPr/>
            <p:nvPr/>
          </p:nvSpPr>
          <p:spPr>
            <a:xfrm>
              <a:off x="2086858" y="1617337"/>
              <a:ext cx="53908" cy="17083"/>
            </a:xfrm>
            <a:custGeom>
              <a:avLst/>
              <a:gdLst/>
              <a:ahLst/>
              <a:cxnLst/>
              <a:rect l="l" t="t" r="r" b="b"/>
              <a:pathLst>
                <a:path w="1682" h="533" extrusionOk="0">
                  <a:moveTo>
                    <a:pt x="936" y="0"/>
                  </a:moveTo>
                  <a:cubicBezTo>
                    <a:pt x="898" y="0"/>
                    <a:pt x="859" y="2"/>
                    <a:pt x="819" y="6"/>
                  </a:cubicBezTo>
                  <a:cubicBezTo>
                    <a:pt x="318" y="23"/>
                    <a:pt x="0" y="340"/>
                    <a:pt x="84" y="457"/>
                  </a:cubicBezTo>
                  <a:cubicBezTo>
                    <a:pt x="125" y="515"/>
                    <a:pt x="222" y="532"/>
                    <a:pt x="355" y="532"/>
                  </a:cubicBezTo>
                  <a:cubicBezTo>
                    <a:pt x="489" y="532"/>
                    <a:pt x="660" y="515"/>
                    <a:pt x="852" y="507"/>
                  </a:cubicBezTo>
                  <a:cubicBezTo>
                    <a:pt x="1237" y="474"/>
                    <a:pt x="1537" y="490"/>
                    <a:pt x="1604" y="373"/>
                  </a:cubicBezTo>
                  <a:cubicBezTo>
                    <a:pt x="1681" y="250"/>
                    <a:pt x="1376" y="0"/>
                    <a:pt x="9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262;p58"/>
            <p:cNvSpPr/>
            <p:nvPr/>
          </p:nvSpPr>
          <p:spPr>
            <a:xfrm>
              <a:off x="2227717" y="1621119"/>
              <a:ext cx="39101" cy="16410"/>
            </a:xfrm>
            <a:custGeom>
              <a:avLst/>
              <a:gdLst/>
              <a:ahLst/>
              <a:cxnLst/>
              <a:rect l="l" t="t" r="r" b="b"/>
              <a:pathLst>
                <a:path w="1220" h="512" extrusionOk="0">
                  <a:moveTo>
                    <a:pt x="527" y="1"/>
                  </a:moveTo>
                  <a:cubicBezTo>
                    <a:pt x="222" y="1"/>
                    <a:pt x="1" y="150"/>
                    <a:pt x="16" y="272"/>
                  </a:cubicBezTo>
                  <a:cubicBezTo>
                    <a:pt x="50" y="406"/>
                    <a:pt x="300" y="473"/>
                    <a:pt x="584" y="506"/>
                  </a:cubicBezTo>
                  <a:cubicBezTo>
                    <a:pt x="641" y="509"/>
                    <a:pt x="697" y="511"/>
                    <a:pt x="749" y="511"/>
                  </a:cubicBezTo>
                  <a:cubicBezTo>
                    <a:pt x="961" y="511"/>
                    <a:pt x="1129" y="479"/>
                    <a:pt x="1169" y="372"/>
                  </a:cubicBezTo>
                  <a:cubicBezTo>
                    <a:pt x="1219" y="255"/>
                    <a:pt x="985" y="38"/>
                    <a:pt x="618" y="5"/>
                  </a:cubicBezTo>
                  <a:cubicBezTo>
                    <a:pt x="587" y="2"/>
                    <a:pt x="557" y="1"/>
                    <a:pt x="5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263;p58"/>
            <p:cNvSpPr/>
            <p:nvPr/>
          </p:nvSpPr>
          <p:spPr>
            <a:xfrm>
              <a:off x="1933691" y="1478817"/>
              <a:ext cx="358287" cy="199319"/>
            </a:xfrm>
            <a:custGeom>
              <a:avLst/>
              <a:gdLst/>
              <a:ahLst/>
              <a:cxnLst/>
              <a:rect l="l" t="t" r="r" b="b"/>
              <a:pathLst>
                <a:path w="11179" h="6219" extrusionOk="0">
                  <a:moveTo>
                    <a:pt x="6283" y="0"/>
                  </a:moveTo>
                  <a:lnTo>
                    <a:pt x="3376" y="552"/>
                  </a:lnTo>
                  <a:lnTo>
                    <a:pt x="686" y="1872"/>
                  </a:lnTo>
                  <a:cubicBezTo>
                    <a:pt x="686" y="1872"/>
                    <a:pt x="1" y="6116"/>
                    <a:pt x="1103" y="6216"/>
                  </a:cubicBezTo>
                  <a:cubicBezTo>
                    <a:pt x="1123" y="6218"/>
                    <a:pt x="1142" y="6219"/>
                    <a:pt x="1160" y="6219"/>
                  </a:cubicBezTo>
                  <a:cubicBezTo>
                    <a:pt x="2186" y="6219"/>
                    <a:pt x="2106" y="3559"/>
                    <a:pt x="2106" y="3559"/>
                  </a:cubicBezTo>
                  <a:cubicBezTo>
                    <a:pt x="3476" y="3142"/>
                    <a:pt x="3559" y="1705"/>
                    <a:pt x="3910" y="1421"/>
                  </a:cubicBezTo>
                  <a:cubicBezTo>
                    <a:pt x="3996" y="1358"/>
                    <a:pt x="4149" y="1329"/>
                    <a:pt x="4352" y="1329"/>
                  </a:cubicBezTo>
                  <a:cubicBezTo>
                    <a:pt x="5021" y="1329"/>
                    <a:pt x="6225" y="1651"/>
                    <a:pt x="7302" y="2189"/>
                  </a:cubicBezTo>
                  <a:cubicBezTo>
                    <a:pt x="8154" y="2612"/>
                    <a:pt x="8927" y="2738"/>
                    <a:pt x="9548" y="2738"/>
                  </a:cubicBezTo>
                  <a:cubicBezTo>
                    <a:pt x="10475" y="2738"/>
                    <a:pt x="11062" y="2457"/>
                    <a:pt x="11062" y="2457"/>
                  </a:cubicBezTo>
                  <a:lnTo>
                    <a:pt x="11179" y="986"/>
                  </a:lnTo>
                  <a:lnTo>
                    <a:pt x="9040" y="401"/>
                  </a:lnTo>
                  <a:lnTo>
                    <a:pt x="628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264;p58"/>
            <p:cNvSpPr/>
            <p:nvPr/>
          </p:nvSpPr>
          <p:spPr>
            <a:xfrm>
              <a:off x="1701264" y="1981874"/>
              <a:ext cx="842947" cy="750034"/>
            </a:xfrm>
            <a:custGeom>
              <a:avLst/>
              <a:gdLst/>
              <a:ahLst/>
              <a:cxnLst/>
              <a:rect l="l" t="t" r="r" b="b"/>
              <a:pathLst>
                <a:path w="26301" h="23402" extrusionOk="0">
                  <a:moveTo>
                    <a:pt x="7452" y="0"/>
                  </a:moveTo>
                  <a:cubicBezTo>
                    <a:pt x="6170" y="0"/>
                    <a:pt x="2351" y="215"/>
                    <a:pt x="1" y="2634"/>
                  </a:cubicBezTo>
                  <a:lnTo>
                    <a:pt x="3109" y="13210"/>
                  </a:lnTo>
                  <a:cubicBezTo>
                    <a:pt x="3109" y="13210"/>
                    <a:pt x="3276" y="16368"/>
                    <a:pt x="3493" y="18908"/>
                  </a:cubicBezTo>
                  <a:lnTo>
                    <a:pt x="3744" y="21715"/>
                  </a:lnTo>
                  <a:cubicBezTo>
                    <a:pt x="6047" y="22846"/>
                    <a:pt x="8530" y="23402"/>
                    <a:pt x="11002" y="23402"/>
                  </a:cubicBezTo>
                  <a:cubicBezTo>
                    <a:pt x="14591" y="23402"/>
                    <a:pt x="18155" y="22229"/>
                    <a:pt x="21104" y="19944"/>
                  </a:cubicBezTo>
                  <a:cubicBezTo>
                    <a:pt x="20603" y="16903"/>
                    <a:pt x="20035" y="13394"/>
                    <a:pt x="20068" y="13210"/>
                  </a:cubicBezTo>
                  <a:cubicBezTo>
                    <a:pt x="20085" y="13193"/>
                    <a:pt x="20085" y="13177"/>
                    <a:pt x="20068" y="13160"/>
                  </a:cubicBezTo>
                  <a:lnTo>
                    <a:pt x="23343" y="10253"/>
                  </a:lnTo>
                  <a:lnTo>
                    <a:pt x="26300" y="7513"/>
                  </a:lnTo>
                  <a:cubicBezTo>
                    <a:pt x="23827" y="5207"/>
                    <a:pt x="21238" y="2817"/>
                    <a:pt x="19400" y="1832"/>
                  </a:cubicBezTo>
                  <a:lnTo>
                    <a:pt x="19400" y="1798"/>
                  </a:lnTo>
                  <a:lnTo>
                    <a:pt x="19249" y="1748"/>
                  </a:lnTo>
                  <a:cubicBezTo>
                    <a:pt x="17729" y="979"/>
                    <a:pt x="16108" y="478"/>
                    <a:pt x="14420" y="244"/>
                  </a:cubicBezTo>
                  <a:lnTo>
                    <a:pt x="7887" y="10"/>
                  </a:lnTo>
                  <a:cubicBezTo>
                    <a:pt x="7887" y="10"/>
                    <a:pt x="7729" y="0"/>
                    <a:pt x="7452" y="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265;p58"/>
            <p:cNvSpPr/>
            <p:nvPr/>
          </p:nvSpPr>
          <p:spPr>
            <a:xfrm>
              <a:off x="2247492" y="2006296"/>
              <a:ext cx="95894" cy="397388"/>
            </a:xfrm>
            <a:custGeom>
              <a:avLst/>
              <a:gdLst/>
              <a:ahLst/>
              <a:cxnLst/>
              <a:rect l="l" t="t" r="r" b="b"/>
              <a:pathLst>
                <a:path w="2992" h="12399" extrusionOk="0">
                  <a:moveTo>
                    <a:pt x="1" y="0"/>
                  </a:moveTo>
                  <a:cubicBezTo>
                    <a:pt x="1" y="50"/>
                    <a:pt x="17" y="84"/>
                    <a:pt x="34" y="134"/>
                  </a:cubicBezTo>
                  <a:cubicBezTo>
                    <a:pt x="51" y="217"/>
                    <a:pt x="84" y="351"/>
                    <a:pt x="134" y="485"/>
                  </a:cubicBezTo>
                  <a:cubicBezTo>
                    <a:pt x="218" y="819"/>
                    <a:pt x="352" y="1253"/>
                    <a:pt x="519" y="1805"/>
                  </a:cubicBezTo>
                  <a:cubicBezTo>
                    <a:pt x="836" y="2908"/>
                    <a:pt x="1254" y="4445"/>
                    <a:pt x="1672" y="6166"/>
                  </a:cubicBezTo>
                  <a:cubicBezTo>
                    <a:pt x="2089" y="7870"/>
                    <a:pt x="2407" y="9441"/>
                    <a:pt x="2624" y="10560"/>
                  </a:cubicBezTo>
                  <a:cubicBezTo>
                    <a:pt x="2741" y="11128"/>
                    <a:pt x="2824" y="11579"/>
                    <a:pt x="2891" y="11913"/>
                  </a:cubicBezTo>
                  <a:cubicBezTo>
                    <a:pt x="2925" y="12064"/>
                    <a:pt x="2941" y="12181"/>
                    <a:pt x="2958" y="12281"/>
                  </a:cubicBezTo>
                  <a:cubicBezTo>
                    <a:pt x="2975" y="12314"/>
                    <a:pt x="2975" y="12365"/>
                    <a:pt x="2992" y="12398"/>
                  </a:cubicBezTo>
                  <a:cubicBezTo>
                    <a:pt x="2992" y="12365"/>
                    <a:pt x="2992" y="12314"/>
                    <a:pt x="2992" y="12264"/>
                  </a:cubicBezTo>
                  <a:cubicBezTo>
                    <a:pt x="2975" y="12164"/>
                    <a:pt x="2958" y="12047"/>
                    <a:pt x="2941" y="11897"/>
                  </a:cubicBezTo>
                  <a:cubicBezTo>
                    <a:pt x="2891" y="11579"/>
                    <a:pt x="2808" y="11128"/>
                    <a:pt x="2724" y="10543"/>
                  </a:cubicBezTo>
                  <a:cubicBezTo>
                    <a:pt x="2524" y="9407"/>
                    <a:pt x="2206" y="7837"/>
                    <a:pt x="1789" y="6132"/>
                  </a:cubicBezTo>
                  <a:cubicBezTo>
                    <a:pt x="1371" y="4411"/>
                    <a:pt x="936" y="2874"/>
                    <a:pt x="602" y="1771"/>
                  </a:cubicBezTo>
                  <a:cubicBezTo>
                    <a:pt x="435" y="1220"/>
                    <a:pt x="285" y="786"/>
                    <a:pt x="185" y="468"/>
                  </a:cubicBezTo>
                  <a:cubicBezTo>
                    <a:pt x="134" y="334"/>
                    <a:pt x="84" y="217"/>
                    <a:pt x="51" y="117"/>
                  </a:cubicBezTo>
                  <a:cubicBezTo>
                    <a:pt x="34" y="84"/>
                    <a:pt x="17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266;p58"/>
            <p:cNvSpPr/>
            <p:nvPr/>
          </p:nvSpPr>
          <p:spPr>
            <a:xfrm>
              <a:off x="2333194" y="2195295"/>
              <a:ext cx="182621" cy="147879"/>
            </a:xfrm>
            <a:custGeom>
              <a:avLst/>
              <a:gdLst/>
              <a:ahLst/>
              <a:cxnLst/>
              <a:rect l="l" t="t" r="r" b="b"/>
              <a:pathLst>
                <a:path w="5698" h="4614" extrusionOk="0">
                  <a:moveTo>
                    <a:pt x="5679" y="1"/>
                  </a:moveTo>
                  <a:cubicBezTo>
                    <a:pt x="5623" y="1"/>
                    <a:pt x="4353" y="1007"/>
                    <a:pt x="2807" y="2257"/>
                  </a:cubicBezTo>
                  <a:cubicBezTo>
                    <a:pt x="1237" y="3544"/>
                    <a:pt x="0" y="4596"/>
                    <a:pt x="17" y="4613"/>
                  </a:cubicBezTo>
                  <a:cubicBezTo>
                    <a:pt x="17" y="4613"/>
                    <a:pt x="18" y="4614"/>
                    <a:pt x="19" y="4614"/>
                  </a:cubicBezTo>
                  <a:cubicBezTo>
                    <a:pt x="75" y="4614"/>
                    <a:pt x="1345" y="3607"/>
                    <a:pt x="2891" y="2357"/>
                  </a:cubicBezTo>
                  <a:cubicBezTo>
                    <a:pt x="4461" y="1087"/>
                    <a:pt x="5698" y="35"/>
                    <a:pt x="5681" y="1"/>
                  </a:cubicBezTo>
                  <a:cubicBezTo>
                    <a:pt x="5681" y="1"/>
                    <a:pt x="5680" y="1"/>
                    <a:pt x="56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267;p58"/>
            <p:cNvSpPr/>
            <p:nvPr/>
          </p:nvSpPr>
          <p:spPr>
            <a:xfrm>
              <a:off x="1739852" y="2195872"/>
              <a:ext cx="91599" cy="285982"/>
            </a:xfrm>
            <a:custGeom>
              <a:avLst/>
              <a:gdLst/>
              <a:ahLst/>
              <a:cxnLst/>
              <a:rect l="l" t="t" r="r" b="b"/>
              <a:pathLst>
                <a:path w="2858" h="8923" extrusionOk="0">
                  <a:moveTo>
                    <a:pt x="2573" y="0"/>
                  </a:moveTo>
                  <a:lnTo>
                    <a:pt x="0" y="8421"/>
                  </a:lnTo>
                  <a:lnTo>
                    <a:pt x="952" y="8922"/>
                  </a:lnTo>
                  <a:lnTo>
                    <a:pt x="1905" y="6533"/>
                  </a:lnTo>
                  <a:cubicBezTo>
                    <a:pt x="1905" y="6533"/>
                    <a:pt x="2857" y="1537"/>
                    <a:pt x="25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268;p58"/>
            <p:cNvSpPr/>
            <p:nvPr/>
          </p:nvSpPr>
          <p:spPr>
            <a:xfrm>
              <a:off x="2122177" y="1988604"/>
              <a:ext cx="160090" cy="95926"/>
            </a:xfrm>
            <a:custGeom>
              <a:avLst/>
              <a:gdLst/>
              <a:ahLst/>
              <a:cxnLst/>
              <a:rect l="l" t="t" r="r" b="b"/>
              <a:pathLst>
                <a:path w="4995" h="2993" extrusionOk="0">
                  <a:moveTo>
                    <a:pt x="1120" y="1"/>
                  </a:moveTo>
                  <a:lnTo>
                    <a:pt x="1" y="2992"/>
                  </a:lnTo>
                  <a:cubicBezTo>
                    <a:pt x="23" y="2992"/>
                    <a:pt x="45" y="2993"/>
                    <a:pt x="68" y="2993"/>
                  </a:cubicBezTo>
                  <a:cubicBezTo>
                    <a:pt x="1651" y="2993"/>
                    <a:pt x="4994" y="1277"/>
                    <a:pt x="3627" y="552"/>
                  </a:cubicBezTo>
                  <a:cubicBezTo>
                    <a:pt x="3176" y="318"/>
                    <a:pt x="1120" y="1"/>
                    <a:pt x="1120" y="1"/>
                  </a:cubicBezTo>
                  <a:close/>
                </a:path>
              </a:pathLst>
            </a:custGeom>
            <a:solidFill>
              <a:srgbClr val="263238">
                <a:alpha val="32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269;p58"/>
            <p:cNvSpPr/>
            <p:nvPr/>
          </p:nvSpPr>
          <p:spPr>
            <a:xfrm>
              <a:off x="1940646" y="1916844"/>
              <a:ext cx="244766" cy="225504"/>
            </a:xfrm>
            <a:custGeom>
              <a:avLst/>
              <a:gdLst/>
              <a:ahLst/>
              <a:cxnLst/>
              <a:rect l="l" t="t" r="r" b="b"/>
              <a:pathLst>
                <a:path w="7637" h="7036" extrusionOk="0">
                  <a:moveTo>
                    <a:pt x="1" y="1"/>
                  </a:moveTo>
                  <a:lnTo>
                    <a:pt x="1" y="2240"/>
                  </a:lnTo>
                  <a:lnTo>
                    <a:pt x="1" y="2424"/>
                  </a:lnTo>
                  <a:lnTo>
                    <a:pt x="285" y="5231"/>
                  </a:lnTo>
                  <a:lnTo>
                    <a:pt x="2373" y="7035"/>
                  </a:lnTo>
                  <a:lnTo>
                    <a:pt x="5030" y="7035"/>
                  </a:lnTo>
                  <a:lnTo>
                    <a:pt x="7637" y="4763"/>
                  </a:lnTo>
                  <a:lnTo>
                    <a:pt x="7319" y="719"/>
                  </a:lnTo>
                  <a:cubicBezTo>
                    <a:pt x="5080" y="853"/>
                    <a:pt x="4529" y="3727"/>
                    <a:pt x="4529" y="3727"/>
                  </a:cubicBezTo>
                  <a:cubicBezTo>
                    <a:pt x="4362" y="112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270;p58"/>
            <p:cNvSpPr/>
            <p:nvPr/>
          </p:nvSpPr>
          <p:spPr>
            <a:xfrm>
              <a:off x="2084710" y="2049115"/>
              <a:ext cx="37499" cy="387741"/>
            </a:xfrm>
            <a:custGeom>
              <a:avLst/>
              <a:gdLst/>
              <a:ahLst/>
              <a:cxnLst/>
              <a:rect l="l" t="t" r="r" b="b"/>
              <a:pathLst>
                <a:path w="1170" h="12098" extrusionOk="0">
                  <a:moveTo>
                    <a:pt x="0" y="1"/>
                  </a:moveTo>
                  <a:cubicBezTo>
                    <a:pt x="0" y="34"/>
                    <a:pt x="0" y="85"/>
                    <a:pt x="17" y="118"/>
                  </a:cubicBezTo>
                  <a:lnTo>
                    <a:pt x="84" y="469"/>
                  </a:lnTo>
                  <a:cubicBezTo>
                    <a:pt x="134" y="770"/>
                    <a:pt x="218" y="1221"/>
                    <a:pt x="318" y="1755"/>
                  </a:cubicBezTo>
                  <a:cubicBezTo>
                    <a:pt x="502" y="2841"/>
                    <a:pt x="719" y="4345"/>
                    <a:pt x="852" y="6016"/>
                  </a:cubicBezTo>
                  <a:cubicBezTo>
                    <a:pt x="1003" y="7704"/>
                    <a:pt x="1036" y="9224"/>
                    <a:pt x="1020" y="10327"/>
                  </a:cubicBezTo>
                  <a:cubicBezTo>
                    <a:pt x="1020" y="10878"/>
                    <a:pt x="1020" y="11313"/>
                    <a:pt x="1003" y="11630"/>
                  </a:cubicBezTo>
                  <a:cubicBezTo>
                    <a:pt x="1003" y="11764"/>
                    <a:pt x="1003" y="11881"/>
                    <a:pt x="1003" y="11981"/>
                  </a:cubicBezTo>
                  <a:cubicBezTo>
                    <a:pt x="1003" y="12025"/>
                    <a:pt x="1003" y="12057"/>
                    <a:pt x="1003" y="12098"/>
                  </a:cubicBezTo>
                  <a:cubicBezTo>
                    <a:pt x="1020" y="12065"/>
                    <a:pt x="1020" y="12031"/>
                    <a:pt x="1020" y="11981"/>
                  </a:cubicBezTo>
                  <a:cubicBezTo>
                    <a:pt x="1036" y="11881"/>
                    <a:pt x="1036" y="11764"/>
                    <a:pt x="1053" y="11630"/>
                  </a:cubicBezTo>
                  <a:cubicBezTo>
                    <a:pt x="1070" y="11313"/>
                    <a:pt x="1103" y="10878"/>
                    <a:pt x="1103" y="10327"/>
                  </a:cubicBezTo>
                  <a:cubicBezTo>
                    <a:pt x="1170" y="7436"/>
                    <a:pt x="936" y="4562"/>
                    <a:pt x="401" y="1739"/>
                  </a:cubicBezTo>
                  <a:cubicBezTo>
                    <a:pt x="301" y="1204"/>
                    <a:pt x="201" y="770"/>
                    <a:pt x="134" y="469"/>
                  </a:cubicBezTo>
                  <a:cubicBezTo>
                    <a:pt x="84" y="318"/>
                    <a:pt x="67" y="218"/>
                    <a:pt x="34" y="118"/>
                  </a:cubicBezTo>
                  <a:cubicBezTo>
                    <a:pt x="34" y="85"/>
                    <a:pt x="17" y="34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271;p58"/>
            <p:cNvSpPr/>
            <p:nvPr/>
          </p:nvSpPr>
          <p:spPr>
            <a:xfrm>
              <a:off x="1935838" y="1975239"/>
              <a:ext cx="143552" cy="135507"/>
            </a:xfrm>
            <a:custGeom>
              <a:avLst/>
              <a:gdLst/>
              <a:ahLst/>
              <a:cxnLst/>
              <a:rect l="l" t="t" r="r" b="b"/>
              <a:pathLst>
                <a:path w="4479" h="4228" extrusionOk="0">
                  <a:moveTo>
                    <a:pt x="4436" y="1148"/>
                  </a:moveTo>
                  <a:cubicBezTo>
                    <a:pt x="4450" y="1154"/>
                    <a:pt x="4465" y="1162"/>
                    <a:pt x="4478" y="1170"/>
                  </a:cubicBezTo>
                  <a:lnTo>
                    <a:pt x="4478" y="1153"/>
                  </a:lnTo>
                  <a:cubicBezTo>
                    <a:pt x="4464" y="1151"/>
                    <a:pt x="4450" y="1149"/>
                    <a:pt x="4436" y="1148"/>
                  </a:cubicBezTo>
                  <a:close/>
                  <a:moveTo>
                    <a:pt x="201" y="0"/>
                  </a:moveTo>
                  <a:cubicBezTo>
                    <a:pt x="151" y="100"/>
                    <a:pt x="117" y="217"/>
                    <a:pt x="101" y="334"/>
                  </a:cubicBezTo>
                  <a:cubicBezTo>
                    <a:pt x="34" y="669"/>
                    <a:pt x="0" y="986"/>
                    <a:pt x="17" y="1320"/>
                  </a:cubicBezTo>
                  <a:cubicBezTo>
                    <a:pt x="17" y="1537"/>
                    <a:pt x="67" y="1771"/>
                    <a:pt x="151" y="1988"/>
                  </a:cubicBezTo>
                  <a:cubicBezTo>
                    <a:pt x="268" y="2222"/>
                    <a:pt x="435" y="2440"/>
                    <a:pt x="635" y="2607"/>
                  </a:cubicBezTo>
                  <a:cubicBezTo>
                    <a:pt x="1086" y="2991"/>
                    <a:pt x="1554" y="3342"/>
                    <a:pt x="2056" y="3676"/>
                  </a:cubicBezTo>
                  <a:cubicBezTo>
                    <a:pt x="2323" y="3860"/>
                    <a:pt x="2590" y="4027"/>
                    <a:pt x="2841" y="4194"/>
                  </a:cubicBezTo>
                  <a:lnTo>
                    <a:pt x="2908" y="4227"/>
                  </a:lnTo>
                  <a:lnTo>
                    <a:pt x="2941" y="4144"/>
                  </a:lnTo>
                  <a:cubicBezTo>
                    <a:pt x="3125" y="3325"/>
                    <a:pt x="3409" y="2506"/>
                    <a:pt x="3776" y="1738"/>
                  </a:cubicBezTo>
                  <a:cubicBezTo>
                    <a:pt x="3827" y="1604"/>
                    <a:pt x="3893" y="1487"/>
                    <a:pt x="3977" y="1370"/>
                  </a:cubicBezTo>
                  <a:cubicBezTo>
                    <a:pt x="4027" y="1287"/>
                    <a:pt x="4111" y="1220"/>
                    <a:pt x="4211" y="1186"/>
                  </a:cubicBezTo>
                  <a:cubicBezTo>
                    <a:pt x="4272" y="1162"/>
                    <a:pt x="4333" y="1147"/>
                    <a:pt x="4401" y="1147"/>
                  </a:cubicBezTo>
                  <a:cubicBezTo>
                    <a:pt x="4412" y="1147"/>
                    <a:pt x="4424" y="1147"/>
                    <a:pt x="4436" y="1148"/>
                  </a:cubicBezTo>
                  <a:lnTo>
                    <a:pt x="4436" y="1148"/>
                  </a:lnTo>
                  <a:cubicBezTo>
                    <a:pt x="4393" y="1129"/>
                    <a:pt x="4347" y="1119"/>
                    <a:pt x="4300" y="1119"/>
                  </a:cubicBezTo>
                  <a:cubicBezTo>
                    <a:pt x="4265" y="1119"/>
                    <a:pt x="4230" y="1125"/>
                    <a:pt x="4194" y="1136"/>
                  </a:cubicBezTo>
                  <a:cubicBezTo>
                    <a:pt x="4094" y="1186"/>
                    <a:pt x="3994" y="1237"/>
                    <a:pt x="3927" y="1337"/>
                  </a:cubicBezTo>
                  <a:cubicBezTo>
                    <a:pt x="3827" y="1454"/>
                    <a:pt x="3760" y="1571"/>
                    <a:pt x="3693" y="1704"/>
                  </a:cubicBezTo>
                  <a:cubicBezTo>
                    <a:pt x="3322" y="2447"/>
                    <a:pt x="3029" y="3236"/>
                    <a:pt x="2828" y="4041"/>
                  </a:cubicBezTo>
                  <a:lnTo>
                    <a:pt x="2828" y="4041"/>
                  </a:lnTo>
                  <a:cubicBezTo>
                    <a:pt x="2601" y="3892"/>
                    <a:pt x="2362" y="3740"/>
                    <a:pt x="2122" y="3576"/>
                  </a:cubicBezTo>
                  <a:cubicBezTo>
                    <a:pt x="1604" y="3225"/>
                    <a:pt x="1120" y="2874"/>
                    <a:pt x="719" y="2523"/>
                  </a:cubicBezTo>
                  <a:cubicBezTo>
                    <a:pt x="518" y="2373"/>
                    <a:pt x="368" y="2172"/>
                    <a:pt x="251" y="1938"/>
                  </a:cubicBezTo>
                  <a:cubicBezTo>
                    <a:pt x="167" y="1738"/>
                    <a:pt x="117" y="1537"/>
                    <a:pt x="101" y="1303"/>
                  </a:cubicBezTo>
                  <a:cubicBezTo>
                    <a:pt x="84" y="986"/>
                    <a:pt x="101" y="669"/>
                    <a:pt x="151" y="351"/>
                  </a:cubicBezTo>
                  <a:cubicBezTo>
                    <a:pt x="167" y="234"/>
                    <a:pt x="184" y="117"/>
                    <a:pt x="2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272;p58"/>
            <p:cNvSpPr/>
            <p:nvPr/>
          </p:nvSpPr>
          <p:spPr>
            <a:xfrm>
              <a:off x="2095960" y="1939888"/>
              <a:ext cx="90509" cy="163904"/>
            </a:xfrm>
            <a:custGeom>
              <a:avLst/>
              <a:gdLst/>
              <a:ahLst/>
              <a:cxnLst/>
              <a:rect l="l" t="t" r="r" b="b"/>
              <a:pathLst>
                <a:path w="2824" h="5114" extrusionOk="0">
                  <a:moveTo>
                    <a:pt x="2473" y="0"/>
                  </a:moveTo>
                  <a:cubicBezTo>
                    <a:pt x="2456" y="117"/>
                    <a:pt x="2456" y="234"/>
                    <a:pt x="2456" y="351"/>
                  </a:cubicBezTo>
                  <a:cubicBezTo>
                    <a:pt x="2456" y="569"/>
                    <a:pt x="2473" y="903"/>
                    <a:pt x="2490" y="1304"/>
                  </a:cubicBezTo>
                  <a:cubicBezTo>
                    <a:pt x="2506" y="1705"/>
                    <a:pt x="2540" y="2189"/>
                    <a:pt x="2623" y="2707"/>
                  </a:cubicBezTo>
                  <a:cubicBezTo>
                    <a:pt x="2690" y="2975"/>
                    <a:pt x="2707" y="3242"/>
                    <a:pt x="2674" y="3509"/>
                  </a:cubicBezTo>
                  <a:cubicBezTo>
                    <a:pt x="2573" y="3777"/>
                    <a:pt x="2390" y="4010"/>
                    <a:pt x="2139" y="4161"/>
                  </a:cubicBezTo>
                  <a:cubicBezTo>
                    <a:pt x="1841" y="4384"/>
                    <a:pt x="1516" y="4568"/>
                    <a:pt x="1260" y="4818"/>
                  </a:cubicBezTo>
                  <a:lnTo>
                    <a:pt x="1260" y="4818"/>
                  </a:lnTo>
                  <a:cubicBezTo>
                    <a:pt x="1192" y="4094"/>
                    <a:pt x="947" y="3388"/>
                    <a:pt x="568" y="2741"/>
                  </a:cubicBezTo>
                  <a:cubicBezTo>
                    <a:pt x="451" y="2557"/>
                    <a:pt x="318" y="2373"/>
                    <a:pt x="184" y="2206"/>
                  </a:cubicBezTo>
                  <a:cubicBezTo>
                    <a:pt x="134" y="2139"/>
                    <a:pt x="67" y="2072"/>
                    <a:pt x="17" y="2022"/>
                  </a:cubicBezTo>
                  <a:lnTo>
                    <a:pt x="17" y="2022"/>
                  </a:lnTo>
                  <a:cubicBezTo>
                    <a:pt x="0" y="2039"/>
                    <a:pt x="217" y="2289"/>
                    <a:pt x="501" y="2791"/>
                  </a:cubicBezTo>
                  <a:cubicBezTo>
                    <a:pt x="886" y="3459"/>
                    <a:pt x="1103" y="4194"/>
                    <a:pt x="1153" y="4963"/>
                  </a:cubicBezTo>
                  <a:lnTo>
                    <a:pt x="1170" y="5113"/>
                  </a:lnTo>
                  <a:lnTo>
                    <a:pt x="1253" y="4996"/>
                  </a:lnTo>
                  <a:cubicBezTo>
                    <a:pt x="1504" y="4729"/>
                    <a:pt x="1872" y="4528"/>
                    <a:pt x="2222" y="4261"/>
                  </a:cubicBezTo>
                  <a:cubicBezTo>
                    <a:pt x="2490" y="4094"/>
                    <a:pt x="2674" y="3843"/>
                    <a:pt x="2791" y="3543"/>
                  </a:cubicBezTo>
                  <a:cubicBezTo>
                    <a:pt x="2824" y="3259"/>
                    <a:pt x="2807" y="2975"/>
                    <a:pt x="2740" y="2690"/>
                  </a:cubicBezTo>
                  <a:cubicBezTo>
                    <a:pt x="2657" y="2173"/>
                    <a:pt x="2607" y="1688"/>
                    <a:pt x="2573" y="1287"/>
                  </a:cubicBezTo>
                  <a:cubicBezTo>
                    <a:pt x="2557" y="903"/>
                    <a:pt x="2523" y="585"/>
                    <a:pt x="2506" y="335"/>
                  </a:cubicBezTo>
                  <a:cubicBezTo>
                    <a:pt x="2506" y="218"/>
                    <a:pt x="2490" y="117"/>
                    <a:pt x="24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274;p58"/>
            <p:cNvSpPr/>
            <p:nvPr/>
          </p:nvSpPr>
          <p:spPr>
            <a:xfrm>
              <a:off x="1667003" y="2087254"/>
              <a:ext cx="922175" cy="666159"/>
            </a:xfrm>
            <a:custGeom>
              <a:avLst/>
              <a:gdLst/>
              <a:ahLst/>
              <a:cxnLst/>
              <a:rect l="l" t="t" r="r" b="b"/>
              <a:pathLst>
                <a:path w="28773" h="20785" extrusionOk="0">
                  <a:moveTo>
                    <a:pt x="24462" y="0"/>
                  </a:moveTo>
                  <a:cubicBezTo>
                    <a:pt x="23725" y="0"/>
                    <a:pt x="23042" y="3088"/>
                    <a:pt x="23042" y="3088"/>
                  </a:cubicBezTo>
                  <a:cubicBezTo>
                    <a:pt x="22557" y="3773"/>
                    <a:pt x="22307" y="4108"/>
                    <a:pt x="22173" y="4275"/>
                  </a:cubicBezTo>
                  <a:cubicBezTo>
                    <a:pt x="21325" y="5025"/>
                    <a:pt x="12494" y="12642"/>
                    <a:pt x="11333" y="12642"/>
                  </a:cubicBezTo>
                  <a:cubicBezTo>
                    <a:pt x="11305" y="12642"/>
                    <a:pt x="11281" y="12638"/>
                    <a:pt x="11262" y="12629"/>
                  </a:cubicBezTo>
                  <a:cubicBezTo>
                    <a:pt x="10861" y="12445"/>
                    <a:pt x="4111" y="2737"/>
                    <a:pt x="4111" y="2737"/>
                  </a:cubicBezTo>
                  <a:lnTo>
                    <a:pt x="3075" y="3489"/>
                  </a:lnTo>
                  <a:cubicBezTo>
                    <a:pt x="702" y="5227"/>
                    <a:pt x="1" y="8452"/>
                    <a:pt x="1421" y="11008"/>
                  </a:cubicBezTo>
                  <a:cubicBezTo>
                    <a:pt x="3769" y="15209"/>
                    <a:pt x="7264" y="20784"/>
                    <a:pt x="9263" y="20784"/>
                  </a:cubicBezTo>
                  <a:cubicBezTo>
                    <a:pt x="9283" y="20784"/>
                    <a:pt x="9304" y="20784"/>
                    <a:pt x="9324" y="20783"/>
                  </a:cubicBezTo>
                  <a:cubicBezTo>
                    <a:pt x="16241" y="20398"/>
                    <a:pt x="26350" y="7884"/>
                    <a:pt x="26350" y="7884"/>
                  </a:cubicBezTo>
                  <a:cubicBezTo>
                    <a:pt x="26350" y="7884"/>
                    <a:pt x="28589" y="5060"/>
                    <a:pt x="28723" y="2687"/>
                  </a:cubicBezTo>
                  <a:cubicBezTo>
                    <a:pt x="28773" y="1952"/>
                    <a:pt x="28138" y="164"/>
                    <a:pt x="28138" y="164"/>
                  </a:cubicBezTo>
                  <a:lnTo>
                    <a:pt x="27536" y="950"/>
                  </a:lnTo>
                  <a:cubicBezTo>
                    <a:pt x="27467" y="1171"/>
                    <a:pt x="25864" y="3281"/>
                    <a:pt x="25029" y="3281"/>
                  </a:cubicBezTo>
                  <a:cubicBezTo>
                    <a:pt x="24856" y="3281"/>
                    <a:pt x="24715" y="3190"/>
                    <a:pt x="24629" y="2971"/>
                  </a:cubicBezTo>
                  <a:cubicBezTo>
                    <a:pt x="24128" y="1702"/>
                    <a:pt x="25331" y="265"/>
                    <a:pt x="24546" y="14"/>
                  </a:cubicBezTo>
                  <a:cubicBezTo>
                    <a:pt x="24518" y="5"/>
                    <a:pt x="24490" y="0"/>
                    <a:pt x="24462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275;p58"/>
            <p:cNvSpPr/>
            <p:nvPr/>
          </p:nvSpPr>
          <p:spPr>
            <a:xfrm>
              <a:off x="2550589" y="2130522"/>
              <a:ext cx="28428" cy="56280"/>
            </a:xfrm>
            <a:custGeom>
              <a:avLst/>
              <a:gdLst/>
              <a:ahLst/>
              <a:cxnLst/>
              <a:rect l="l" t="t" r="r" b="b"/>
              <a:pathLst>
                <a:path w="887" h="1756" extrusionOk="0">
                  <a:moveTo>
                    <a:pt x="886" y="1"/>
                  </a:moveTo>
                  <a:cubicBezTo>
                    <a:pt x="870" y="1"/>
                    <a:pt x="703" y="402"/>
                    <a:pt x="469" y="886"/>
                  </a:cubicBezTo>
                  <a:cubicBezTo>
                    <a:pt x="218" y="1371"/>
                    <a:pt x="1" y="1755"/>
                    <a:pt x="17" y="1755"/>
                  </a:cubicBezTo>
                  <a:cubicBezTo>
                    <a:pt x="218" y="1504"/>
                    <a:pt x="385" y="1220"/>
                    <a:pt x="535" y="920"/>
                  </a:cubicBezTo>
                  <a:cubicBezTo>
                    <a:pt x="686" y="619"/>
                    <a:pt x="803" y="318"/>
                    <a:pt x="886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276;p58"/>
            <p:cNvSpPr/>
            <p:nvPr/>
          </p:nvSpPr>
          <p:spPr>
            <a:xfrm>
              <a:off x="1530438" y="2022898"/>
              <a:ext cx="440239" cy="472866"/>
            </a:xfrm>
            <a:custGeom>
              <a:avLst/>
              <a:gdLst/>
              <a:ahLst/>
              <a:cxnLst/>
              <a:rect l="l" t="t" r="r" b="b"/>
              <a:pathLst>
                <a:path w="13736" h="14754" extrusionOk="0">
                  <a:moveTo>
                    <a:pt x="7236" y="0"/>
                  </a:moveTo>
                  <a:cubicBezTo>
                    <a:pt x="7236" y="0"/>
                    <a:pt x="1" y="2573"/>
                    <a:pt x="5381" y="14754"/>
                  </a:cubicBezTo>
                  <a:lnTo>
                    <a:pt x="13735" y="9708"/>
                  </a:lnTo>
                  <a:lnTo>
                    <a:pt x="12549" y="6867"/>
                  </a:lnTo>
                  <a:lnTo>
                    <a:pt x="7236" y="0"/>
                  </a:ln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277;p58"/>
            <p:cNvSpPr/>
            <p:nvPr/>
          </p:nvSpPr>
          <p:spPr>
            <a:xfrm>
              <a:off x="1702899" y="2029308"/>
              <a:ext cx="270438" cy="466456"/>
            </a:xfrm>
            <a:custGeom>
              <a:avLst/>
              <a:gdLst/>
              <a:ahLst/>
              <a:cxnLst/>
              <a:rect l="l" t="t" r="r" b="b"/>
              <a:pathLst>
                <a:path w="8438" h="14554" extrusionOk="0">
                  <a:moveTo>
                    <a:pt x="1521" y="1"/>
                  </a:moveTo>
                  <a:lnTo>
                    <a:pt x="1354" y="17"/>
                  </a:lnTo>
                  <a:cubicBezTo>
                    <a:pt x="1348" y="12"/>
                    <a:pt x="1342" y="10"/>
                    <a:pt x="1337" y="10"/>
                  </a:cubicBezTo>
                  <a:cubicBezTo>
                    <a:pt x="1326" y="10"/>
                    <a:pt x="1315" y="17"/>
                    <a:pt x="1303" y="17"/>
                  </a:cubicBezTo>
                  <a:cubicBezTo>
                    <a:pt x="1587" y="34"/>
                    <a:pt x="1871" y="68"/>
                    <a:pt x="2156" y="134"/>
                  </a:cubicBezTo>
                  <a:cubicBezTo>
                    <a:pt x="2490" y="235"/>
                    <a:pt x="2790" y="368"/>
                    <a:pt x="3074" y="552"/>
                  </a:cubicBezTo>
                  <a:cubicBezTo>
                    <a:pt x="3459" y="803"/>
                    <a:pt x="3810" y="1087"/>
                    <a:pt x="4110" y="1421"/>
                  </a:cubicBezTo>
                  <a:cubicBezTo>
                    <a:pt x="4879" y="2307"/>
                    <a:pt x="5531" y="3292"/>
                    <a:pt x="6032" y="4345"/>
                  </a:cubicBezTo>
                  <a:cubicBezTo>
                    <a:pt x="6633" y="5531"/>
                    <a:pt x="7202" y="6885"/>
                    <a:pt x="7786" y="8288"/>
                  </a:cubicBezTo>
                  <a:lnTo>
                    <a:pt x="8285" y="9478"/>
                  </a:lnTo>
                  <a:lnTo>
                    <a:pt x="8285" y="9478"/>
                  </a:lnTo>
                  <a:cubicBezTo>
                    <a:pt x="5894" y="10790"/>
                    <a:pt x="3802" y="12036"/>
                    <a:pt x="2339" y="12967"/>
                  </a:cubicBezTo>
                  <a:cubicBezTo>
                    <a:pt x="1587" y="13451"/>
                    <a:pt x="1003" y="13835"/>
                    <a:pt x="602" y="14119"/>
                  </a:cubicBezTo>
                  <a:cubicBezTo>
                    <a:pt x="401" y="14253"/>
                    <a:pt x="251" y="14353"/>
                    <a:pt x="150" y="14437"/>
                  </a:cubicBezTo>
                  <a:cubicBezTo>
                    <a:pt x="100" y="14470"/>
                    <a:pt x="50" y="14504"/>
                    <a:pt x="0" y="14554"/>
                  </a:cubicBezTo>
                  <a:cubicBezTo>
                    <a:pt x="50" y="14520"/>
                    <a:pt x="117" y="14487"/>
                    <a:pt x="167" y="14454"/>
                  </a:cubicBezTo>
                  <a:lnTo>
                    <a:pt x="635" y="14153"/>
                  </a:lnTo>
                  <a:cubicBezTo>
                    <a:pt x="1036" y="13886"/>
                    <a:pt x="1638" y="13501"/>
                    <a:pt x="2373" y="13050"/>
                  </a:cubicBezTo>
                  <a:cubicBezTo>
                    <a:pt x="3860" y="12114"/>
                    <a:pt x="5965" y="10878"/>
                    <a:pt x="8388" y="9558"/>
                  </a:cubicBezTo>
                  <a:lnTo>
                    <a:pt x="8438" y="9541"/>
                  </a:lnTo>
                  <a:lnTo>
                    <a:pt x="8421" y="9491"/>
                  </a:lnTo>
                  <a:cubicBezTo>
                    <a:pt x="8254" y="9090"/>
                    <a:pt x="8070" y="8672"/>
                    <a:pt x="7903" y="8238"/>
                  </a:cubicBezTo>
                  <a:cubicBezTo>
                    <a:pt x="7318" y="6835"/>
                    <a:pt x="6750" y="5481"/>
                    <a:pt x="6132" y="4295"/>
                  </a:cubicBezTo>
                  <a:cubicBezTo>
                    <a:pt x="5614" y="3225"/>
                    <a:pt x="4963" y="2240"/>
                    <a:pt x="4177" y="1354"/>
                  </a:cubicBezTo>
                  <a:cubicBezTo>
                    <a:pt x="3860" y="1020"/>
                    <a:pt x="3509" y="736"/>
                    <a:pt x="3125" y="502"/>
                  </a:cubicBezTo>
                  <a:cubicBezTo>
                    <a:pt x="2824" y="318"/>
                    <a:pt x="2506" y="185"/>
                    <a:pt x="2172" y="101"/>
                  </a:cubicBezTo>
                  <a:cubicBezTo>
                    <a:pt x="1955" y="34"/>
                    <a:pt x="1738" y="17"/>
                    <a:pt x="15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76;p33"/>
          <p:cNvSpPr/>
          <p:nvPr/>
        </p:nvSpPr>
        <p:spPr>
          <a:xfrm rot="16200000">
            <a:off x="-1619822" y="2477024"/>
            <a:ext cx="3981036" cy="741454"/>
          </a:xfrm>
          <a:custGeom>
            <a:avLst/>
            <a:gdLst/>
            <a:ahLst/>
            <a:cxnLst/>
            <a:rect l="l" t="t" r="r" b="b"/>
            <a:pathLst>
              <a:path w="109943" h="27302" extrusionOk="0">
                <a:moveTo>
                  <a:pt x="4501" y="1"/>
                </a:moveTo>
                <a:lnTo>
                  <a:pt x="0" y="13657"/>
                </a:lnTo>
                <a:lnTo>
                  <a:pt x="4501" y="27302"/>
                </a:lnTo>
                <a:lnTo>
                  <a:pt x="109943" y="27302"/>
                </a:lnTo>
                <a:lnTo>
                  <a:pt x="105442" y="13657"/>
                </a:lnTo>
                <a:lnTo>
                  <a:pt x="109943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365750" tIns="91425" rIns="91425" bIns="91425" anchor="ctr" anchorCtr="0">
            <a:noAutofit/>
          </a:bodyPr>
          <a:lstStyle/>
          <a:p>
            <a:r>
              <a:rPr lang="fr-FR" sz="1600" dirty="0" smtClean="0">
                <a:latin typeface="Lilita One" charset="0"/>
              </a:rPr>
              <a:t>Diagramme du cas d'utilisation Global</a:t>
            </a:r>
            <a:endParaRPr lang="fr-FR" sz="1600" b="1" dirty="0">
              <a:latin typeface="Lilita One" charset="0"/>
            </a:endParaRPr>
          </a:p>
        </p:txBody>
      </p:sp>
      <p:pic>
        <p:nvPicPr>
          <p:cNvPr id="8" name="Image 7" descr="Drema6U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5470" y="72390"/>
            <a:ext cx="6748978" cy="6114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6;p33"/>
          <p:cNvSpPr/>
          <p:nvPr/>
        </p:nvSpPr>
        <p:spPr>
          <a:xfrm rot="16200000">
            <a:off x="-1619822" y="2477024"/>
            <a:ext cx="3981036" cy="741454"/>
          </a:xfrm>
          <a:custGeom>
            <a:avLst/>
            <a:gdLst/>
            <a:ahLst/>
            <a:cxnLst/>
            <a:rect l="l" t="t" r="r" b="b"/>
            <a:pathLst>
              <a:path w="109943" h="27302" extrusionOk="0">
                <a:moveTo>
                  <a:pt x="4501" y="1"/>
                </a:moveTo>
                <a:lnTo>
                  <a:pt x="0" y="13657"/>
                </a:lnTo>
                <a:lnTo>
                  <a:pt x="4501" y="27302"/>
                </a:lnTo>
                <a:lnTo>
                  <a:pt x="109943" y="27302"/>
                </a:lnTo>
                <a:lnTo>
                  <a:pt x="105442" y="13657"/>
                </a:lnTo>
                <a:lnTo>
                  <a:pt x="109943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365750" tIns="91425" rIns="91425" bIns="91425" anchor="ctr" anchorCtr="0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altLang="ko-KR" sz="1600" b="1" dirty="0" smtClean="0">
                <a:solidFill>
                  <a:schemeClr val="accent5">
                    <a:lumMod val="10000"/>
                  </a:schemeClr>
                </a:solidFill>
                <a:latin typeface="Lilita One" charset="0"/>
                <a:cs typeface="Arial" pitchFamily="34" charset="0"/>
              </a:rPr>
              <a:t>Architecture   </a:t>
            </a:r>
            <a:r>
              <a:rPr lang="en-US" altLang="ko-KR" sz="1600" b="1" dirty="0" err="1" smtClean="0">
                <a:solidFill>
                  <a:schemeClr val="accent5">
                    <a:lumMod val="10000"/>
                  </a:schemeClr>
                </a:solidFill>
                <a:latin typeface="Lilita One" charset="0"/>
                <a:cs typeface="Arial" pitchFamily="34" charset="0"/>
              </a:rPr>
              <a:t>Générale</a:t>
            </a:r>
            <a:endParaRPr lang="en-US" altLang="ko-KR" sz="1600" b="1" dirty="0">
              <a:solidFill>
                <a:schemeClr val="accent5">
                  <a:lumMod val="10000"/>
                </a:schemeClr>
              </a:solidFill>
              <a:latin typeface="Lilita One" charset="0"/>
              <a:cs typeface="Arial" pitchFamily="34" charset="0"/>
            </a:endParaRPr>
          </a:p>
        </p:txBody>
      </p:sp>
      <p:pic>
        <p:nvPicPr>
          <p:cNvPr id="6" name="Image 5" descr="MERN_Stack-g2t2atpx2n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584" y="1196752"/>
            <a:ext cx="8011462" cy="432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Affichage à l'écran (4:3)</PresentationFormat>
  <Paragraphs>14</Paragraphs>
  <Slides>5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01</vt:lpstr>
      <vt:lpstr>Diapositive 2</vt:lpstr>
      <vt:lpstr>Diapositive 3</vt:lpstr>
      <vt:lpstr>Diapositive 4</vt:lpstr>
      <vt:lpstr>Diapositive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</dc:title>
  <dc:creator>aloui mariem</dc:creator>
  <cp:lastModifiedBy>aloui mariem</cp:lastModifiedBy>
  <cp:revision>1</cp:revision>
  <dcterms:created xsi:type="dcterms:W3CDTF">2023-06-19T11:43:31Z</dcterms:created>
  <dcterms:modified xsi:type="dcterms:W3CDTF">2023-06-19T11:44:21Z</dcterms:modified>
</cp:coreProperties>
</file>